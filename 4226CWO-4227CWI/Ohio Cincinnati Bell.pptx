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notesSlides/notesSlide10.xml" ContentType="application/vnd.openxmlformats-officedocument.presentationml.notesSlide+xml"/>
  <Override PartName="/ppt/comments/comment2.xml" ContentType="application/vnd.openxmlformats-officedocument.presentationml.comments+xml"/>
  <Override PartName="/ppt/notesSlides/notesSlide11.xml" ContentType="application/vnd.openxmlformats-officedocument.presentationml.notesSlide+xml"/>
  <Override PartName="/ppt/comments/comment3.xml" ContentType="application/vnd.openxmlformats-officedocument.presentationml.comments+xml"/>
  <Override PartName="/ppt/notesSlides/notesSlide12.xml" ContentType="application/vnd.openxmlformats-officedocument.presentationml.notesSlide+xml"/>
  <Override PartName="/ppt/comments/comment4.xml" ContentType="application/vnd.openxmlformats-officedocument.presentationml.comments+xml"/>
  <Override PartName="/ppt/comments/comment5.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275" r:id="rId6"/>
    <p:sldId id="372" r:id="rId7"/>
    <p:sldId id="384" r:id="rId8"/>
    <p:sldId id="385" r:id="rId9"/>
    <p:sldId id="386" r:id="rId10"/>
    <p:sldId id="279" r:id="rId11"/>
    <p:sldId id="387" r:id="rId12"/>
    <p:sldId id="388" r:id="rId13"/>
    <p:sldId id="389" r:id="rId14"/>
    <p:sldId id="283" r:id="rId15"/>
    <p:sldId id="404" r:id="rId16"/>
    <p:sldId id="405" r:id="rId17"/>
    <p:sldId id="406" r:id="rId18"/>
    <p:sldId id="407" r:id="rId19"/>
    <p:sldId id="409" r:id="rId20"/>
  </p:sldIdLst>
  <p:sldSz cx="12192000" cy="6858000"/>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se Luis Carrera Moreno" initials="JLCM" lastIdx="91" clrIdx="0">
    <p:extLst>
      <p:ext uri="{19B8F6BF-5375-455C-9EA6-DF929625EA0E}">
        <p15:presenceInfo xmlns:p15="http://schemas.microsoft.com/office/powerpoint/2012/main" userId="f86c8da174879641" providerId="Windows Live"/>
      </p:ext>
    </p:extLst>
  </p:cmAuthor>
  <p:cmAuthor id="2" name="Jose Carrera" initials="JC" lastIdx="169" clrIdx="1">
    <p:extLst>
      <p:ext uri="{19B8F6BF-5375-455C-9EA6-DF929625EA0E}">
        <p15:presenceInfo xmlns:p15="http://schemas.microsoft.com/office/powerpoint/2012/main" userId="S::JoseL.CM@alliedglobalbpo.com::a09e4907-3878-4e7f-98e7-6355bdc3ced7" providerId="AD"/>
      </p:ext>
    </p:extLst>
  </p:cmAuthor>
  <p:cmAuthor id="3" name="Pablo Azurdia" initials="PA" lastIdx="39" clrIdx="2">
    <p:extLst>
      <p:ext uri="{19B8F6BF-5375-455C-9EA6-DF929625EA0E}">
        <p15:presenceInfo xmlns:p15="http://schemas.microsoft.com/office/powerpoint/2012/main" userId="S::Pablo.AG@alliedglobalbpo.com::92b9f22f-d481-4ca5-b506-92bcfde3787e" providerId="AD"/>
      </p:ext>
    </p:extLst>
  </p:cmAuthor>
  <p:cmAuthor id="4" name="Ernesto Escobar" initials="EE" lastIdx="3" clrIdx="3">
    <p:extLst>
      <p:ext uri="{19B8F6BF-5375-455C-9EA6-DF929625EA0E}">
        <p15:presenceInfo xmlns:p15="http://schemas.microsoft.com/office/powerpoint/2012/main" userId="Ernesto Escobar" providerId="None"/>
      </p:ext>
    </p:extLst>
  </p:cmAuthor>
  <p:cmAuthor id="5" name="Daniel Cobon" initials="DC" lastIdx="5" clrIdx="4">
    <p:extLst>
      <p:ext uri="{19B8F6BF-5375-455C-9EA6-DF929625EA0E}">
        <p15:presenceInfo xmlns:p15="http://schemas.microsoft.com/office/powerpoint/2012/main" userId="S::Daniel.CF@alliedglobalbpo.com::9ec4069a-7264-4a16-8fcd-c40d48c9226b" providerId="AD"/>
      </p:ext>
    </p:extLst>
  </p:cmAuthor>
  <p:cmAuthor id="6" name="Daniel Cobon" initials="DC [2]" lastIdx="3" clrIdx="5">
    <p:extLst>
      <p:ext uri="{19B8F6BF-5375-455C-9EA6-DF929625EA0E}">
        <p15:presenceInfo xmlns:p15="http://schemas.microsoft.com/office/powerpoint/2012/main" userId="Daniel Co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037F1B-CFE7-4C03-8D67-DE9FC59A5B6D}" v="12" dt="2020-05-28T17:03:07.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 Carrera" userId="a09e4907-3878-4e7f-98e7-6355bdc3ced7" providerId="ADAL" clId="{98AF7CD9-73D7-471D-BC8A-E811752774F8}"/>
    <pc:docChg chg="custSel modSld">
      <pc:chgData name="Jose Carrera" userId="a09e4907-3878-4e7f-98e7-6355bdc3ced7" providerId="ADAL" clId="{98AF7CD9-73D7-471D-BC8A-E811752774F8}" dt="2020-04-16T14:31:15.318" v="67"/>
      <pc:docMkLst>
        <pc:docMk/>
      </pc:docMkLst>
      <pc:sldChg chg="addCm delCm modCm">
        <pc:chgData name="Jose Carrera" userId="a09e4907-3878-4e7f-98e7-6355bdc3ced7" providerId="ADAL" clId="{98AF7CD9-73D7-471D-BC8A-E811752774F8}" dt="2020-03-18T19:08:58.272" v="62" actId="5900"/>
        <pc:sldMkLst>
          <pc:docMk/>
          <pc:sldMk cId="210113064" sldId="275"/>
        </pc:sldMkLst>
      </pc:sldChg>
      <pc:sldChg chg="modSp mod addCm modCm">
        <pc:chgData name="Jose Carrera" userId="a09e4907-3878-4e7f-98e7-6355bdc3ced7" providerId="ADAL" clId="{98AF7CD9-73D7-471D-BC8A-E811752774F8}" dt="2020-03-18T19:06:48.660" v="57"/>
        <pc:sldMkLst>
          <pc:docMk/>
          <pc:sldMk cId="596872564" sldId="382"/>
        </pc:sldMkLst>
        <pc:spChg chg="mod">
          <ac:chgData name="Jose Carrera" userId="a09e4907-3878-4e7f-98e7-6355bdc3ced7" providerId="ADAL" clId="{98AF7CD9-73D7-471D-BC8A-E811752774F8}" dt="2020-03-18T19:02:56.605" v="48" actId="20577"/>
          <ac:spMkLst>
            <pc:docMk/>
            <pc:sldMk cId="596872564" sldId="382"/>
            <ac:spMk id="8" creationId="{CE8A0B2B-D62B-44EA-9906-7AAEFA902B65}"/>
          </ac:spMkLst>
        </pc:spChg>
      </pc:sldChg>
      <pc:sldChg chg="addCm delCm modCm">
        <pc:chgData name="Jose Carrera" userId="a09e4907-3878-4e7f-98e7-6355bdc3ced7" providerId="ADAL" clId="{98AF7CD9-73D7-471D-BC8A-E811752774F8}" dt="2020-04-16T14:31:15.318" v="67"/>
        <pc:sldMkLst>
          <pc:docMk/>
          <pc:sldMk cId="1751212245" sldId="389"/>
        </pc:sldMkLst>
      </pc:sldChg>
    </pc:docChg>
  </pc:docChgLst>
  <pc:docChgLst>
    <pc:chgData name="Jose Carrera" userId="a09e4907-3878-4e7f-98e7-6355bdc3ced7" providerId="ADAL" clId="{3C78D12C-C642-44EE-A2B2-F516ABE756D8}"/>
    <pc:docChg chg="undo custSel modSld">
      <pc:chgData name="Jose Carrera" userId="a09e4907-3878-4e7f-98e7-6355bdc3ced7" providerId="ADAL" clId="{3C78D12C-C642-44EE-A2B2-F516ABE756D8}" dt="2020-05-18T19:49:44.146" v="114" actId="1076"/>
      <pc:docMkLst>
        <pc:docMk/>
      </pc:docMkLst>
      <pc:sldChg chg="addSp delSp mod">
        <pc:chgData name="Jose Carrera" userId="a09e4907-3878-4e7f-98e7-6355bdc3ced7" providerId="ADAL" clId="{3C78D12C-C642-44EE-A2B2-F516ABE756D8}" dt="2020-04-21T20:47:23.175" v="31"/>
        <pc:sldMkLst>
          <pc:docMk/>
          <pc:sldMk cId="210113064" sldId="275"/>
        </pc:sldMkLst>
        <pc:grpChg chg="del">
          <ac:chgData name="Jose Carrera" userId="a09e4907-3878-4e7f-98e7-6355bdc3ced7" providerId="ADAL" clId="{3C78D12C-C642-44EE-A2B2-F516ABE756D8}" dt="2020-04-21T20:47:22.826" v="30" actId="478"/>
          <ac:grpSpMkLst>
            <pc:docMk/>
            <pc:sldMk cId="210113064" sldId="275"/>
            <ac:grpSpMk id="19" creationId="{F0DE1BEA-09A5-4747-BF1C-E85CD1B5169F}"/>
          </ac:grpSpMkLst>
        </pc:grpChg>
        <pc:grpChg chg="add">
          <ac:chgData name="Jose Carrera" userId="a09e4907-3878-4e7f-98e7-6355bdc3ced7" providerId="ADAL" clId="{3C78D12C-C642-44EE-A2B2-F516ABE756D8}" dt="2020-04-21T20:47:23.175" v="31"/>
          <ac:grpSpMkLst>
            <pc:docMk/>
            <pc:sldMk cId="210113064" sldId="275"/>
            <ac:grpSpMk id="28" creationId="{13DAC919-C0C4-4DB8-BF9E-082B8B94AC1A}"/>
          </ac:grpSpMkLst>
        </pc:grpChg>
      </pc:sldChg>
      <pc:sldChg chg="addSp delSp mod">
        <pc:chgData name="Jose Carrera" userId="a09e4907-3878-4e7f-98e7-6355bdc3ced7" providerId="ADAL" clId="{3C78D12C-C642-44EE-A2B2-F516ABE756D8}" dt="2020-04-21T20:47:40.387" v="43"/>
        <pc:sldMkLst>
          <pc:docMk/>
          <pc:sldMk cId="3895171564" sldId="283"/>
        </pc:sldMkLst>
        <pc:grpChg chg="add">
          <ac:chgData name="Jose Carrera" userId="a09e4907-3878-4e7f-98e7-6355bdc3ced7" providerId="ADAL" clId="{3C78D12C-C642-44EE-A2B2-F516ABE756D8}" dt="2020-04-21T20:47:40.387" v="43"/>
          <ac:grpSpMkLst>
            <pc:docMk/>
            <pc:sldMk cId="3895171564" sldId="283"/>
            <ac:grpSpMk id="21" creationId="{48B6AFEE-283E-428D-BD7D-65CFCA716E5A}"/>
          </ac:grpSpMkLst>
        </pc:grpChg>
        <pc:grpChg chg="del">
          <ac:chgData name="Jose Carrera" userId="a09e4907-3878-4e7f-98e7-6355bdc3ced7" providerId="ADAL" clId="{3C78D12C-C642-44EE-A2B2-F516ABE756D8}" dt="2020-04-21T20:47:40.124" v="42" actId="478"/>
          <ac:grpSpMkLst>
            <pc:docMk/>
            <pc:sldMk cId="3895171564" sldId="283"/>
            <ac:grpSpMk id="23" creationId="{E178EC7B-918B-48B4-BAAD-6DF261128CAC}"/>
          </ac:grpSpMkLst>
        </pc:grpChg>
      </pc:sldChg>
      <pc:sldChg chg="modSp mod addCm delCm modCm">
        <pc:chgData name="Jose Carrera" userId="a09e4907-3878-4e7f-98e7-6355bdc3ced7" providerId="ADAL" clId="{3C78D12C-C642-44EE-A2B2-F516ABE756D8}" dt="2020-04-21T20:48:26.779" v="54"/>
        <pc:sldMkLst>
          <pc:docMk/>
          <pc:sldMk cId="3237250034" sldId="371"/>
        </pc:sldMkLst>
        <pc:spChg chg="mod">
          <ac:chgData name="Jose Carrera" userId="a09e4907-3878-4e7f-98e7-6355bdc3ced7" providerId="ADAL" clId="{3C78D12C-C642-44EE-A2B2-F516ABE756D8}" dt="2020-04-21T20:44:44.840" v="19" actId="20577"/>
          <ac:spMkLst>
            <pc:docMk/>
            <pc:sldMk cId="3237250034" sldId="371"/>
            <ac:spMk id="35" creationId="{0B5AF882-1699-4C09-A821-A002969BFB06}"/>
          </ac:spMkLst>
        </pc:spChg>
        <pc:grpChg chg="mod">
          <ac:chgData name="Jose Carrera" userId="a09e4907-3878-4e7f-98e7-6355bdc3ced7" providerId="ADAL" clId="{3C78D12C-C642-44EE-A2B2-F516ABE756D8}" dt="2020-04-21T20:44:41.075" v="16"/>
          <ac:grpSpMkLst>
            <pc:docMk/>
            <pc:sldMk cId="3237250034" sldId="371"/>
            <ac:grpSpMk id="30" creationId="{569032DF-9FD6-4246-A23C-BD99481B99B3}"/>
          </ac:grpSpMkLst>
        </pc:grpChg>
        <pc:grpChg chg="mod">
          <ac:chgData name="Jose Carrera" userId="a09e4907-3878-4e7f-98e7-6355bdc3ced7" providerId="ADAL" clId="{3C78D12C-C642-44EE-A2B2-F516ABE756D8}" dt="2020-04-21T20:44:41.075" v="16"/>
          <ac:grpSpMkLst>
            <pc:docMk/>
            <pc:sldMk cId="3237250034" sldId="371"/>
            <ac:grpSpMk id="31" creationId="{62DB17D4-0F24-4B98-84FB-89E802AD8C5D}"/>
          </ac:grpSpMkLst>
        </pc:grpChg>
      </pc:sldChg>
      <pc:sldChg chg="addSp delSp mod">
        <pc:chgData name="Jose Carrera" userId="a09e4907-3878-4e7f-98e7-6355bdc3ced7" providerId="ADAL" clId="{3C78D12C-C642-44EE-A2B2-F516ABE756D8}" dt="2020-04-21T20:47:20.532" v="29"/>
        <pc:sldMkLst>
          <pc:docMk/>
          <pc:sldMk cId="1118572049" sldId="372"/>
        </pc:sldMkLst>
        <pc:grpChg chg="del">
          <ac:chgData name="Jose Carrera" userId="a09e4907-3878-4e7f-98e7-6355bdc3ced7" providerId="ADAL" clId="{3C78D12C-C642-44EE-A2B2-F516ABE756D8}" dt="2020-04-21T20:47:20.191" v="28" actId="478"/>
          <ac:grpSpMkLst>
            <pc:docMk/>
            <pc:sldMk cId="1118572049" sldId="372"/>
            <ac:grpSpMk id="24" creationId="{8B39547C-4DFC-4EB7-948B-EEA58C88A9B2}"/>
          </ac:grpSpMkLst>
        </pc:grpChg>
        <pc:grpChg chg="add">
          <ac:chgData name="Jose Carrera" userId="a09e4907-3878-4e7f-98e7-6355bdc3ced7" providerId="ADAL" clId="{3C78D12C-C642-44EE-A2B2-F516ABE756D8}" dt="2020-04-21T20:47:20.532" v="29"/>
          <ac:grpSpMkLst>
            <pc:docMk/>
            <pc:sldMk cId="1118572049" sldId="372"/>
            <ac:grpSpMk id="32" creationId="{07F54CA3-D39F-412D-B9D8-EE0ED5A7F613}"/>
          </ac:grpSpMkLst>
        </pc:grpChg>
      </pc:sldChg>
      <pc:sldChg chg="addSp delSp mod">
        <pc:chgData name="Jose Carrera" userId="a09e4907-3878-4e7f-98e7-6355bdc3ced7" providerId="ADAL" clId="{3C78D12C-C642-44EE-A2B2-F516ABE756D8}" dt="2020-04-21T20:47:17.761" v="27"/>
        <pc:sldMkLst>
          <pc:docMk/>
          <pc:sldMk cId="596872564" sldId="382"/>
        </pc:sldMkLst>
        <pc:grpChg chg="del">
          <ac:chgData name="Jose Carrera" userId="a09e4907-3878-4e7f-98e7-6355bdc3ced7" providerId="ADAL" clId="{3C78D12C-C642-44EE-A2B2-F516ABE756D8}" dt="2020-04-21T20:47:17.484" v="26" actId="478"/>
          <ac:grpSpMkLst>
            <pc:docMk/>
            <pc:sldMk cId="596872564" sldId="382"/>
            <ac:grpSpMk id="21" creationId="{829A5410-2B63-4914-9EA3-5DCD21E53B7A}"/>
          </ac:grpSpMkLst>
        </pc:grpChg>
        <pc:grpChg chg="add">
          <ac:chgData name="Jose Carrera" userId="a09e4907-3878-4e7f-98e7-6355bdc3ced7" providerId="ADAL" clId="{3C78D12C-C642-44EE-A2B2-F516ABE756D8}" dt="2020-04-21T20:47:17.761" v="27"/>
          <ac:grpSpMkLst>
            <pc:docMk/>
            <pc:sldMk cId="596872564" sldId="382"/>
            <ac:grpSpMk id="28" creationId="{81E3B927-705E-4180-8BCA-99BF6B480A57}"/>
          </ac:grpSpMkLst>
        </pc:grpChg>
      </pc:sldChg>
      <pc:sldChg chg="addSp delSp mod">
        <pc:chgData name="Jose Carrera" userId="a09e4907-3878-4e7f-98e7-6355bdc3ced7" providerId="ADAL" clId="{3C78D12C-C642-44EE-A2B2-F516ABE756D8}" dt="2020-04-21T20:47:28.178" v="35"/>
        <pc:sldMkLst>
          <pc:docMk/>
          <pc:sldMk cId="687007601" sldId="386"/>
        </pc:sldMkLst>
        <pc:grpChg chg="del">
          <ac:chgData name="Jose Carrera" userId="a09e4907-3878-4e7f-98e7-6355bdc3ced7" providerId="ADAL" clId="{3C78D12C-C642-44EE-A2B2-F516ABE756D8}" dt="2020-04-21T20:47:27.917" v="34" actId="478"/>
          <ac:grpSpMkLst>
            <pc:docMk/>
            <pc:sldMk cId="687007601" sldId="386"/>
            <ac:grpSpMk id="18" creationId="{3B407462-E8DC-4FE2-A274-F0D8B8AA2E3E}"/>
          </ac:grpSpMkLst>
        </pc:grpChg>
        <pc:grpChg chg="add">
          <ac:chgData name="Jose Carrera" userId="a09e4907-3878-4e7f-98e7-6355bdc3ced7" providerId="ADAL" clId="{3C78D12C-C642-44EE-A2B2-F516ABE756D8}" dt="2020-04-21T20:47:28.178" v="35"/>
          <ac:grpSpMkLst>
            <pc:docMk/>
            <pc:sldMk cId="687007601" sldId="386"/>
            <ac:grpSpMk id="27" creationId="{4CB0F6EE-F3AE-470F-84D1-D4357D582D13}"/>
          </ac:grpSpMkLst>
        </pc:grpChg>
      </pc:sldChg>
      <pc:sldChg chg="addSp delSp mod">
        <pc:chgData name="Jose Carrera" userId="a09e4907-3878-4e7f-98e7-6355bdc3ced7" providerId="ADAL" clId="{3C78D12C-C642-44EE-A2B2-F516ABE756D8}" dt="2020-04-21T20:47:31.504" v="37"/>
        <pc:sldMkLst>
          <pc:docMk/>
          <pc:sldMk cId="1532602696" sldId="387"/>
        </pc:sldMkLst>
        <pc:grpChg chg="del">
          <ac:chgData name="Jose Carrera" userId="a09e4907-3878-4e7f-98e7-6355bdc3ced7" providerId="ADAL" clId="{3C78D12C-C642-44EE-A2B2-F516ABE756D8}" dt="2020-04-21T20:47:31.232" v="36" actId="478"/>
          <ac:grpSpMkLst>
            <pc:docMk/>
            <pc:sldMk cId="1532602696" sldId="387"/>
            <ac:grpSpMk id="15" creationId="{13F7C1DC-BE43-4ACD-A5FE-9ABAE219CA32}"/>
          </ac:grpSpMkLst>
        </pc:grpChg>
        <pc:grpChg chg="add">
          <ac:chgData name="Jose Carrera" userId="a09e4907-3878-4e7f-98e7-6355bdc3ced7" providerId="ADAL" clId="{3C78D12C-C642-44EE-A2B2-F516ABE756D8}" dt="2020-04-21T20:47:31.504" v="37"/>
          <ac:grpSpMkLst>
            <pc:docMk/>
            <pc:sldMk cId="1532602696" sldId="387"/>
            <ac:grpSpMk id="21" creationId="{C5C937AF-7524-490D-82E8-23C35666EAB6}"/>
          </ac:grpSpMkLst>
        </pc:grpChg>
      </pc:sldChg>
      <pc:sldChg chg="addSp delSp mod">
        <pc:chgData name="Jose Carrera" userId="a09e4907-3878-4e7f-98e7-6355bdc3ced7" providerId="ADAL" clId="{3C78D12C-C642-44EE-A2B2-F516ABE756D8}" dt="2020-04-21T20:47:34.077" v="39"/>
        <pc:sldMkLst>
          <pc:docMk/>
          <pc:sldMk cId="2669834656" sldId="388"/>
        </pc:sldMkLst>
        <pc:grpChg chg="add">
          <ac:chgData name="Jose Carrera" userId="a09e4907-3878-4e7f-98e7-6355bdc3ced7" providerId="ADAL" clId="{3C78D12C-C642-44EE-A2B2-F516ABE756D8}" dt="2020-04-21T20:47:34.077" v="39"/>
          <ac:grpSpMkLst>
            <pc:docMk/>
            <pc:sldMk cId="2669834656" sldId="388"/>
            <ac:grpSpMk id="16" creationId="{8942722E-B2D4-493F-9F67-1688AFC190FE}"/>
          </ac:grpSpMkLst>
        </pc:grpChg>
        <pc:grpChg chg="del">
          <ac:chgData name="Jose Carrera" userId="a09e4907-3878-4e7f-98e7-6355bdc3ced7" providerId="ADAL" clId="{3C78D12C-C642-44EE-A2B2-F516ABE756D8}" dt="2020-04-21T20:47:33.822" v="38" actId="478"/>
          <ac:grpSpMkLst>
            <pc:docMk/>
            <pc:sldMk cId="2669834656" sldId="388"/>
            <ac:grpSpMk id="20" creationId="{53836A01-277E-4103-919C-ED1B947FDF69}"/>
          </ac:grpSpMkLst>
        </pc:grpChg>
      </pc:sldChg>
      <pc:sldChg chg="addSp delSp modSp mod">
        <pc:chgData name="Jose Carrera" userId="a09e4907-3878-4e7f-98e7-6355bdc3ced7" providerId="ADAL" clId="{3C78D12C-C642-44EE-A2B2-F516ABE756D8}" dt="2020-05-18T19:49:44.146" v="114" actId="1076"/>
        <pc:sldMkLst>
          <pc:docMk/>
          <pc:sldMk cId="1751212245" sldId="389"/>
        </pc:sldMkLst>
        <pc:spChg chg="mod">
          <ac:chgData name="Jose Carrera" userId="a09e4907-3878-4e7f-98e7-6355bdc3ced7" providerId="ADAL" clId="{3C78D12C-C642-44EE-A2B2-F516ABE756D8}" dt="2020-05-18T19:49:44.146" v="114" actId="1076"/>
          <ac:spMkLst>
            <pc:docMk/>
            <pc:sldMk cId="1751212245" sldId="389"/>
            <ac:spMk id="6" creationId="{3C511622-D2E1-4618-BA19-CD13882A5BE1}"/>
          </ac:spMkLst>
        </pc:spChg>
        <pc:spChg chg="del">
          <ac:chgData name="Jose Carrera" userId="a09e4907-3878-4e7f-98e7-6355bdc3ced7" providerId="ADAL" clId="{3C78D12C-C642-44EE-A2B2-F516ABE756D8}" dt="2020-05-18T19:49:39.470" v="113" actId="478"/>
          <ac:spMkLst>
            <pc:docMk/>
            <pc:sldMk cId="1751212245" sldId="389"/>
            <ac:spMk id="19" creationId="{FF687E85-B9CD-45FC-8326-8B47C843A30E}"/>
          </ac:spMkLst>
        </pc:spChg>
        <pc:grpChg chg="add">
          <ac:chgData name="Jose Carrera" userId="a09e4907-3878-4e7f-98e7-6355bdc3ced7" providerId="ADAL" clId="{3C78D12C-C642-44EE-A2B2-F516ABE756D8}" dt="2020-04-21T20:47:37.306" v="41"/>
          <ac:grpSpMkLst>
            <pc:docMk/>
            <pc:sldMk cId="1751212245" sldId="389"/>
            <ac:grpSpMk id="23" creationId="{717DC0A8-DD86-45F3-8E29-54A687EE6288}"/>
          </ac:grpSpMkLst>
        </pc:grpChg>
        <pc:grpChg chg="del">
          <ac:chgData name="Jose Carrera" userId="a09e4907-3878-4e7f-98e7-6355bdc3ced7" providerId="ADAL" clId="{3C78D12C-C642-44EE-A2B2-F516ABE756D8}" dt="2020-04-21T20:47:37.066" v="40" actId="478"/>
          <ac:grpSpMkLst>
            <pc:docMk/>
            <pc:sldMk cId="1751212245" sldId="389"/>
            <ac:grpSpMk id="32" creationId="{C72C471C-3215-47C9-A0C4-8FD1F09C95B9}"/>
          </ac:grpSpMkLst>
        </pc:grpChg>
      </pc:sldChg>
      <pc:sldChg chg="addSp delSp mod">
        <pc:chgData name="Jose Carrera" userId="a09e4907-3878-4e7f-98e7-6355bdc3ced7" providerId="ADAL" clId="{3C78D12C-C642-44EE-A2B2-F516ABE756D8}" dt="2020-04-21T20:47:43.688" v="45"/>
        <pc:sldMkLst>
          <pc:docMk/>
          <pc:sldMk cId="3533196393" sldId="404"/>
        </pc:sldMkLst>
        <pc:grpChg chg="del">
          <ac:chgData name="Jose Carrera" userId="a09e4907-3878-4e7f-98e7-6355bdc3ced7" providerId="ADAL" clId="{3C78D12C-C642-44EE-A2B2-F516ABE756D8}" dt="2020-04-21T20:47:43.448" v="44" actId="478"/>
          <ac:grpSpMkLst>
            <pc:docMk/>
            <pc:sldMk cId="3533196393" sldId="404"/>
            <ac:grpSpMk id="13" creationId="{8E5C522F-CB47-4E2A-904B-8E0BCF5E6B7B}"/>
          </ac:grpSpMkLst>
        </pc:grpChg>
        <pc:grpChg chg="add">
          <ac:chgData name="Jose Carrera" userId="a09e4907-3878-4e7f-98e7-6355bdc3ced7" providerId="ADAL" clId="{3C78D12C-C642-44EE-A2B2-F516ABE756D8}" dt="2020-04-21T20:47:43.688" v="45"/>
          <ac:grpSpMkLst>
            <pc:docMk/>
            <pc:sldMk cId="3533196393" sldId="404"/>
            <ac:grpSpMk id="21" creationId="{3E10AA7A-4914-4B74-B978-98355158BAFE}"/>
          </ac:grpSpMkLst>
        </pc:grpChg>
      </pc:sldChg>
      <pc:sldChg chg="addSp delSp mod">
        <pc:chgData name="Jose Carrera" userId="a09e4907-3878-4e7f-98e7-6355bdc3ced7" providerId="ADAL" clId="{3C78D12C-C642-44EE-A2B2-F516ABE756D8}" dt="2020-04-21T20:47:46.008" v="47"/>
        <pc:sldMkLst>
          <pc:docMk/>
          <pc:sldMk cId="2204886043" sldId="405"/>
        </pc:sldMkLst>
        <pc:grpChg chg="del">
          <ac:chgData name="Jose Carrera" userId="a09e4907-3878-4e7f-98e7-6355bdc3ced7" providerId="ADAL" clId="{3C78D12C-C642-44EE-A2B2-F516ABE756D8}" dt="2020-04-21T20:47:45.769" v="46" actId="478"/>
          <ac:grpSpMkLst>
            <pc:docMk/>
            <pc:sldMk cId="2204886043" sldId="405"/>
            <ac:grpSpMk id="15" creationId="{79558923-3687-4B68-8B4E-117C9E72B8EA}"/>
          </ac:grpSpMkLst>
        </pc:grpChg>
        <pc:grpChg chg="add">
          <ac:chgData name="Jose Carrera" userId="a09e4907-3878-4e7f-98e7-6355bdc3ced7" providerId="ADAL" clId="{3C78D12C-C642-44EE-A2B2-F516ABE756D8}" dt="2020-04-21T20:47:46.008" v="47"/>
          <ac:grpSpMkLst>
            <pc:docMk/>
            <pc:sldMk cId="2204886043" sldId="405"/>
            <ac:grpSpMk id="21" creationId="{D80BB25F-1D74-49D0-8DEC-9E9806EB8C43}"/>
          </ac:grpSpMkLst>
        </pc:grpChg>
      </pc:sldChg>
      <pc:sldChg chg="addSp delSp modSp mod modCm">
        <pc:chgData name="Jose Carrera" userId="a09e4907-3878-4e7f-98e7-6355bdc3ced7" providerId="ADAL" clId="{3C78D12C-C642-44EE-A2B2-F516ABE756D8}" dt="2020-05-06T16:58:19.037" v="112" actId="1076"/>
        <pc:sldMkLst>
          <pc:docMk/>
          <pc:sldMk cId="3562809278" sldId="406"/>
        </pc:sldMkLst>
        <pc:spChg chg="add mod">
          <ac:chgData name="Jose Carrera" userId="a09e4907-3878-4e7f-98e7-6355bdc3ced7" providerId="ADAL" clId="{3C78D12C-C642-44EE-A2B2-F516ABE756D8}" dt="2020-05-06T16:51:03.155" v="75" actId="13822"/>
          <ac:spMkLst>
            <pc:docMk/>
            <pc:sldMk cId="3562809278" sldId="406"/>
            <ac:spMk id="2" creationId="{B9B0877D-898F-4A57-8556-7EAE99B04443}"/>
          </ac:spMkLst>
        </pc:spChg>
        <pc:spChg chg="add mod">
          <ac:chgData name="Jose Carrera" userId="a09e4907-3878-4e7f-98e7-6355bdc3ced7" providerId="ADAL" clId="{3C78D12C-C642-44EE-A2B2-F516ABE756D8}" dt="2020-05-06T16:55:39.248" v="110" actId="313"/>
          <ac:spMkLst>
            <pc:docMk/>
            <pc:sldMk cId="3562809278" sldId="406"/>
            <ac:spMk id="3" creationId="{0DC5F951-E578-4EFF-858D-32ADCCB17B76}"/>
          </ac:spMkLst>
        </pc:spChg>
        <pc:spChg chg="mod">
          <ac:chgData name="Jose Carrera" userId="a09e4907-3878-4e7f-98e7-6355bdc3ced7" providerId="ADAL" clId="{3C78D12C-C642-44EE-A2B2-F516ABE756D8}" dt="2020-05-06T16:50:36.092" v="68" actId="13822"/>
          <ac:spMkLst>
            <pc:docMk/>
            <pc:sldMk cId="3562809278" sldId="406"/>
            <ac:spMk id="15" creationId="{80AA19C6-79CE-4BEB-98A8-AA61456596EE}"/>
          </ac:spMkLst>
        </pc:spChg>
        <pc:spChg chg="mod">
          <ac:chgData name="Jose Carrera" userId="a09e4907-3878-4e7f-98e7-6355bdc3ced7" providerId="ADAL" clId="{3C78D12C-C642-44EE-A2B2-F516ABE756D8}" dt="2020-05-06T16:52:07.853" v="85" actId="6549"/>
          <ac:spMkLst>
            <pc:docMk/>
            <pc:sldMk cId="3562809278" sldId="406"/>
            <ac:spMk id="16" creationId="{7823CB49-C38E-495C-949E-835C71CA6D16}"/>
          </ac:spMkLst>
        </pc:spChg>
        <pc:spChg chg="add del mod">
          <ac:chgData name="Jose Carrera" userId="a09e4907-3878-4e7f-98e7-6355bdc3ced7" providerId="ADAL" clId="{3C78D12C-C642-44EE-A2B2-F516ABE756D8}" dt="2020-05-06T16:51:27.908" v="82" actId="478"/>
          <ac:spMkLst>
            <pc:docMk/>
            <pc:sldMk cId="3562809278" sldId="406"/>
            <ac:spMk id="20" creationId="{1E45A30C-F0A1-4002-9DE8-3BC3E671F777}"/>
          </ac:spMkLst>
        </pc:spChg>
        <pc:spChg chg="mod">
          <ac:chgData name="Jose Carrera" userId="a09e4907-3878-4e7f-98e7-6355bdc3ced7" providerId="ADAL" clId="{3C78D12C-C642-44EE-A2B2-F516ABE756D8}" dt="2020-05-06T16:58:19.037" v="112" actId="1076"/>
          <ac:spMkLst>
            <pc:docMk/>
            <pc:sldMk cId="3562809278" sldId="406"/>
            <ac:spMk id="28" creationId="{08AE98BB-E2F6-411C-BE12-3E36C66846A1}"/>
          </ac:spMkLst>
        </pc:spChg>
        <pc:spChg chg="add mod">
          <ac:chgData name="Jose Carrera" userId="a09e4907-3878-4e7f-98e7-6355bdc3ced7" providerId="ADAL" clId="{3C78D12C-C642-44EE-A2B2-F516ABE756D8}" dt="2020-05-06T16:51:13.932" v="77" actId="1076"/>
          <ac:spMkLst>
            <pc:docMk/>
            <pc:sldMk cId="3562809278" sldId="406"/>
            <ac:spMk id="32" creationId="{E524AE43-EBF0-43E6-9823-0E3AB48C2A81}"/>
          </ac:spMkLst>
        </pc:spChg>
        <pc:spChg chg="add mod">
          <ac:chgData name="Jose Carrera" userId="a09e4907-3878-4e7f-98e7-6355bdc3ced7" providerId="ADAL" clId="{3C78D12C-C642-44EE-A2B2-F516ABE756D8}" dt="2020-05-06T16:55:35.111" v="109" actId="20577"/>
          <ac:spMkLst>
            <pc:docMk/>
            <pc:sldMk cId="3562809278" sldId="406"/>
            <ac:spMk id="33" creationId="{482AF86F-0D23-4C81-A869-721AD23440B4}"/>
          </ac:spMkLst>
        </pc:spChg>
        <pc:grpChg chg="del">
          <ac:chgData name="Jose Carrera" userId="a09e4907-3878-4e7f-98e7-6355bdc3ced7" providerId="ADAL" clId="{3C78D12C-C642-44EE-A2B2-F516ABE756D8}" dt="2020-04-21T20:47:56.984" v="50" actId="478"/>
          <ac:grpSpMkLst>
            <pc:docMk/>
            <pc:sldMk cId="3562809278" sldId="406"/>
            <ac:grpSpMk id="20" creationId="{9ED72FA2-F345-4B26-A3AA-285652C3E253}"/>
          </ac:grpSpMkLst>
        </pc:grpChg>
        <pc:grpChg chg="add">
          <ac:chgData name="Jose Carrera" userId="a09e4907-3878-4e7f-98e7-6355bdc3ced7" providerId="ADAL" clId="{3C78D12C-C642-44EE-A2B2-F516ABE756D8}" dt="2020-04-21T20:47:57.213" v="51"/>
          <ac:grpSpMkLst>
            <pc:docMk/>
            <pc:sldMk cId="3562809278" sldId="406"/>
            <ac:grpSpMk id="21" creationId="{446A2FA4-2E35-4869-A3FF-382719B1CCB5}"/>
          </ac:grpSpMkLst>
        </pc:grpChg>
      </pc:sldChg>
      <pc:sldChg chg="addSp delSp mod">
        <pc:chgData name="Jose Carrera" userId="a09e4907-3878-4e7f-98e7-6355bdc3ced7" providerId="ADAL" clId="{3C78D12C-C642-44EE-A2B2-F516ABE756D8}" dt="2020-04-21T20:47:49.035" v="49"/>
        <pc:sldMkLst>
          <pc:docMk/>
          <pc:sldMk cId="1352478662" sldId="407"/>
        </pc:sldMkLst>
        <pc:grpChg chg="del">
          <ac:chgData name="Jose Carrera" userId="a09e4907-3878-4e7f-98e7-6355bdc3ced7" providerId="ADAL" clId="{3C78D12C-C642-44EE-A2B2-F516ABE756D8}" dt="2020-04-21T20:47:48.827" v="48" actId="478"/>
          <ac:grpSpMkLst>
            <pc:docMk/>
            <pc:sldMk cId="1352478662" sldId="407"/>
            <ac:grpSpMk id="13" creationId="{FB46E781-61E2-4769-9111-7AE6C7DE6115}"/>
          </ac:grpSpMkLst>
        </pc:grpChg>
        <pc:grpChg chg="add">
          <ac:chgData name="Jose Carrera" userId="a09e4907-3878-4e7f-98e7-6355bdc3ced7" providerId="ADAL" clId="{3C78D12C-C642-44EE-A2B2-F516ABE756D8}" dt="2020-04-21T20:47:49.035" v="49"/>
          <ac:grpSpMkLst>
            <pc:docMk/>
            <pc:sldMk cId="1352478662" sldId="407"/>
            <ac:grpSpMk id="21" creationId="{7E3D26A1-D04D-46CE-A89B-C1C0C9272211}"/>
          </ac:grpSpMkLst>
        </pc:grpChg>
      </pc:sldChg>
      <pc:sldChg chg="addSp delSp mod">
        <pc:chgData name="Jose Carrera" userId="a09e4907-3878-4e7f-98e7-6355bdc3ced7" providerId="ADAL" clId="{3C78D12C-C642-44EE-A2B2-F516ABE756D8}" dt="2020-04-21T20:47:25.679" v="33"/>
        <pc:sldMkLst>
          <pc:docMk/>
          <pc:sldMk cId="2426380769" sldId="408"/>
        </pc:sldMkLst>
        <pc:grpChg chg="del">
          <ac:chgData name="Jose Carrera" userId="a09e4907-3878-4e7f-98e7-6355bdc3ced7" providerId="ADAL" clId="{3C78D12C-C642-44EE-A2B2-F516ABE756D8}" dt="2020-04-21T20:47:25.385" v="32" actId="478"/>
          <ac:grpSpMkLst>
            <pc:docMk/>
            <pc:sldMk cId="2426380769" sldId="408"/>
            <ac:grpSpMk id="19" creationId="{1FECC100-C099-43E1-9808-4AC3E5814C4B}"/>
          </ac:grpSpMkLst>
        </pc:grpChg>
        <pc:grpChg chg="add">
          <ac:chgData name="Jose Carrera" userId="a09e4907-3878-4e7f-98e7-6355bdc3ced7" providerId="ADAL" clId="{3C78D12C-C642-44EE-A2B2-F516ABE756D8}" dt="2020-04-21T20:47:25.679" v="33"/>
          <ac:grpSpMkLst>
            <pc:docMk/>
            <pc:sldMk cId="2426380769" sldId="408"/>
            <ac:grpSpMk id="28" creationId="{2C9020CE-59DC-4ADD-BE1E-89F99A29CD26}"/>
          </ac:grpSpMkLst>
        </pc:grpChg>
      </pc:sldChg>
    </pc:docChg>
  </pc:docChgLst>
  <pc:docChgLst>
    <pc:chgData name="Daniel Cobon" userId="9ec4069a-7264-4a16-8fcd-c40d48c9226b" providerId="ADAL" clId="{3EE6014D-FDDA-4E82-B603-E97FBAF9BD0E}"/>
    <pc:docChg chg="custSel modSld">
      <pc:chgData name="Daniel Cobon" userId="9ec4069a-7264-4a16-8fcd-c40d48c9226b" providerId="ADAL" clId="{3EE6014D-FDDA-4E82-B603-E97FBAF9BD0E}" dt="2020-03-31T20:53:29.070" v="176"/>
      <pc:docMkLst>
        <pc:docMk/>
      </pc:docMkLst>
      <pc:sldChg chg="modSp mod delCm">
        <pc:chgData name="Daniel Cobon" userId="9ec4069a-7264-4a16-8fcd-c40d48c9226b" providerId="ADAL" clId="{3EE6014D-FDDA-4E82-B603-E97FBAF9BD0E}" dt="2020-03-20T17:43:35.678" v="4" actId="6549"/>
        <pc:sldMkLst>
          <pc:docMk/>
          <pc:sldMk cId="210113064" sldId="275"/>
        </pc:sldMkLst>
        <pc:spChg chg="mod">
          <ac:chgData name="Daniel Cobon" userId="9ec4069a-7264-4a16-8fcd-c40d48c9226b" providerId="ADAL" clId="{3EE6014D-FDDA-4E82-B603-E97FBAF9BD0E}" dt="2020-03-20T17:43:35.678" v="4" actId="6549"/>
          <ac:spMkLst>
            <pc:docMk/>
            <pc:sldMk cId="210113064" sldId="275"/>
            <ac:spMk id="8" creationId="{CE8A0B2B-D62B-44EA-9906-7AAEFA902B65}"/>
          </ac:spMkLst>
        </pc:spChg>
      </pc:sldChg>
      <pc:sldChg chg="addSp modSp mod addCm modCm modNotesTx">
        <pc:chgData name="Daniel Cobon" userId="9ec4069a-7264-4a16-8fcd-c40d48c9226b" providerId="ADAL" clId="{3EE6014D-FDDA-4E82-B603-E97FBAF9BD0E}" dt="2020-03-31T20:53:29.070" v="176"/>
        <pc:sldMkLst>
          <pc:docMk/>
          <pc:sldMk cId="1751212245" sldId="389"/>
        </pc:sldMkLst>
        <pc:spChg chg="mod">
          <ac:chgData name="Daniel Cobon" userId="9ec4069a-7264-4a16-8fcd-c40d48c9226b" providerId="ADAL" clId="{3EE6014D-FDDA-4E82-B603-E97FBAF9BD0E}" dt="2020-03-26T20:06:07.897" v="91"/>
          <ac:spMkLst>
            <pc:docMk/>
            <pc:sldMk cId="1751212245" sldId="389"/>
            <ac:spMk id="18" creationId="{37B43B1A-E057-452B-82A0-CFB093F55987}"/>
          </ac:spMkLst>
        </pc:spChg>
        <pc:spChg chg="add mod">
          <ac:chgData name="Daniel Cobon" userId="9ec4069a-7264-4a16-8fcd-c40d48c9226b" providerId="ADAL" clId="{3EE6014D-FDDA-4E82-B603-E97FBAF9BD0E}" dt="2020-03-31T20:34:07.382" v="170" actId="1076"/>
          <ac:spMkLst>
            <pc:docMk/>
            <pc:sldMk cId="1751212245" sldId="389"/>
            <ac:spMk id="30" creationId="{04B9B890-65DA-40AD-BFB7-8B2DE4B3B2B5}"/>
          </ac:spMkLst>
        </pc:spChg>
        <pc:spChg chg="add mod">
          <ac:chgData name="Daniel Cobon" userId="9ec4069a-7264-4a16-8fcd-c40d48c9226b" providerId="ADAL" clId="{3EE6014D-FDDA-4E82-B603-E97FBAF9BD0E}" dt="2020-03-31T20:34:10.542" v="171" actId="1076"/>
          <ac:spMkLst>
            <pc:docMk/>
            <pc:sldMk cId="1751212245" sldId="389"/>
            <ac:spMk id="31" creationId="{DD809393-31EF-42E7-B514-D0B17195BE40}"/>
          </ac:spMkLst>
        </pc:spChg>
      </pc:sldChg>
    </pc:docChg>
  </pc:docChgLst>
  <pc:docChgLst>
    <pc:chgData name="Daniel Cobon" userId="9ec4069a-7264-4a16-8fcd-c40d48c9226b" providerId="ADAL" clId="{5A037F1B-CFE7-4C03-8D67-DE9FC59A5B6D}"/>
    <pc:docChg chg="custSel addSld delSld modSld">
      <pc:chgData name="Daniel Cobon" userId="9ec4069a-7264-4a16-8fcd-c40d48c9226b" providerId="ADAL" clId="{5A037F1B-CFE7-4C03-8D67-DE9FC59A5B6D}" dt="2020-05-28T17:03:10.374" v="525" actId="1592"/>
      <pc:docMkLst>
        <pc:docMk/>
      </pc:docMkLst>
      <pc:sldChg chg="modSp add del">
        <pc:chgData name="Daniel Cobon" userId="9ec4069a-7264-4a16-8fcd-c40d48c9226b" providerId="ADAL" clId="{5A037F1B-CFE7-4C03-8D67-DE9FC59A5B6D}" dt="2020-05-28T16:46:05.193" v="508"/>
        <pc:sldMkLst>
          <pc:docMk/>
          <pc:sldMk cId="210113064" sldId="275"/>
        </pc:sldMkLst>
        <pc:spChg chg="mod">
          <ac:chgData name="Daniel Cobon" userId="9ec4069a-7264-4a16-8fcd-c40d48c9226b" providerId="ADAL" clId="{5A037F1B-CFE7-4C03-8D67-DE9FC59A5B6D}" dt="2020-05-11T21:48:39.893" v="506"/>
          <ac:spMkLst>
            <pc:docMk/>
            <pc:sldMk cId="210113064" sldId="275"/>
            <ac:spMk id="8" creationId="{CE8A0B2B-D62B-44EA-9906-7AAEFA902B65}"/>
          </ac:spMkLst>
        </pc:spChg>
      </pc:sldChg>
      <pc:sldChg chg="add">
        <pc:chgData name="Daniel Cobon" userId="9ec4069a-7264-4a16-8fcd-c40d48c9226b" providerId="ADAL" clId="{5A037F1B-CFE7-4C03-8D67-DE9FC59A5B6D}" dt="2020-05-28T16:55:10.632" v="516"/>
        <pc:sldMkLst>
          <pc:docMk/>
          <pc:sldMk cId="2873503175" sldId="279"/>
        </pc:sldMkLst>
      </pc:sldChg>
      <pc:sldChg chg="add del">
        <pc:chgData name="Daniel Cobon" userId="9ec4069a-7264-4a16-8fcd-c40d48c9226b" providerId="ADAL" clId="{5A037F1B-CFE7-4C03-8D67-DE9FC59A5B6D}" dt="2020-05-28T16:46:05.193" v="508"/>
        <pc:sldMkLst>
          <pc:docMk/>
          <pc:sldMk cId="1118572049" sldId="372"/>
        </pc:sldMkLst>
      </pc:sldChg>
      <pc:sldChg chg="addSp delSp modSp add del addCm delCm modCm">
        <pc:chgData name="Daniel Cobon" userId="9ec4069a-7264-4a16-8fcd-c40d48c9226b" providerId="ADAL" clId="{5A037F1B-CFE7-4C03-8D67-DE9FC59A5B6D}" dt="2020-05-28T17:03:10.374" v="525" actId="1592"/>
        <pc:sldMkLst>
          <pc:docMk/>
          <pc:sldMk cId="596872564" sldId="382"/>
        </pc:sldMkLst>
        <pc:spChg chg="add del mod">
          <ac:chgData name="Daniel Cobon" userId="9ec4069a-7264-4a16-8fcd-c40d48c9226b" providerId="ADAL" clId="{5A037F1B-CFE7-4C03-8D67-DE9FC59A5B6D}" dt="2020-05-28T17:02:50.974" v="522"/>
          <ac:spMkLst>
            <pc:docMk/>
            <pc:sldMk cId="596872564" sldId="382"/>
            <ac:spMk id="2" creationId="{6615731C-6C26-4343-A7CB-737C7BCFBF26}"/>
          </ac:spMkLst>
        </pc:spChg>
        <pc:spChg chg="mod">
          <ac:chgData name="Daniel Cobon" userId="9ec4069a-7264-4a16-8fcd-c40d48c9226b" providerId="ADAL" clId="{5A037F1B-CFE7-4C03-8D67-DE9FC59A5B6D}" dt="2020-05-11T21:46:48.281" v="493"/>
          <ac:spMkLst>
            <pc:docMk/>
            <pc:sldMk cId="596872564" sldId="382"/>
            <ac:spMk id="8" creationId="{CE8A0B2B-D62B-44EA-9906-7AAEFA902B65}"/>
          </ac:spMkLst>
        </pc:spChg>
      </pc:sldChg>
      <pc:sldChg chg="add">
        <pc:chgData name="Daniel Cobon" userId="9ec4069a-7264-4a16-8fcd-c40d48c9226b" providerId="ADAL" clId="{5A037F1B-CFE7-4C03-8D67-DE9FC59A5B6D}" dt="2020-05-28T16:46:05.193" v="508"/>
        <pc:sldMkLst>
          <pc:docMk/>
          <pc:sldMk cId="3149846242" sldId="384"/>
        </pc:sldMkLst>
      </pc:sldChg>
      <pc:sldChg chg="add">
        <pc:chgData name="Daniel Cobon" userId="9ec4069a-7264-4a16-8fcd-c40d48c9226b" providerId="ADAL" clId="{5A037F1B-CFE7-4C03-8D67-DE9FC59A5B6D}" dt="2020-05-28T16:46:05.193" v="508"/>
        <pc:sldMkLst>
          <pc:docMk/>
          <pc:sldMk cId="79100547" sldId="385"/>
        </pc:sldMkLst>
      </pc:sldChg>
      <pc:sldChg chg="add del">
        <pc:chgData name="Daniel Cobon" userId="9ec4069a-7264-4a16-8fcd-c40d48c9226b" providerId="ADAL" clId="{5A037F1B-CFE7-4C03-8D67-DE9FC59A5B6D}" dt="2020-05-28T16:46:05.193" v="508"/>
        <pc:sldMkLst>
          <pc:docMk/>
          <pc:sldMk cId="687007601" sldId="386"/>
        </pc:sldMkLst>
      </pc:sldChg>
      <pc:sldChg chg="add del">
        <pc:chgData name="Daniel Cobon" userId="9ec4069a-7264-4a16-8fcd-c40d48c9226b" providerId="ADAL" clId="{5A037F1B-CFE7-4C03-8D67-DE9FC59A5B6D}" dt="2020-05-28T16:55:42.359" v="517"/>
        <pc:sldMkLst>
          <pc:docMk/>
          <pc:sldMk cId="1532602696" sldId="387"/>
        </pc:sldMkLst>
      </pc:sldChg>
      <pc:sldChg chg="modSp">
        <pc:chgData name="Daniel Cobon" userId="9ec4069a-7264-4a16-8fcd-c40d48c9226b" providerId="ADAL" clId="{5A037F1B-CFE7-4C03-8D67-DE9FC59A5B6D}" dt="2020-05-28T16:53:23.208" v="515"/>
        <pc:sldMkLst>
          <pc:docMk/>
          <pc:sldMk cId="2669834656" sldId="388"/>
        </pc:sldMkLst>
        <pc:spChg chg="mod">
          <ac:chgData name="Daniel Cobon" userId="9ec4069a-7264-4a16-8fcd-c40d48c9226b" providerId="ADAL" clId="{5A037F1B-CFE7-4C03-8D67-DE9FC59A5B6D}" dt="2020-05-28T16:53:23.208" v="515"/>
          <ac:spMkLst>
            <pc:docMk/>
            <pc:sldMk cId="2669834656" sldId="388"/>
            <ac:spMk id="8" creationId="{CE8A0B2B-D62B-44EA-9906-7AAEFA902B65}"/>
          </ac:spMkLst>
        </pc:spChg>
      </pc:sldChg>
      <pc:sldChg chg="delSp modSp mod delCm modCm">
        <pc:chgData name="Daniel Cobon" userId="9ec4069a-7264-4a16-8fcd-c40d48c9226b" providerId="ADAL" clId="{5A037F1B-CFE7-4C03-8D67-DE9FC59A5B6D}" dt="2020-05-28T16:50:59.251" v="514" actId="5900"/>
        <pc:sldMkLst>
          <pc:docMk/>
          <pc:sldMk cId="1751212245" sldId="389"/>
        </pc:sldMkLst>
        <pc:spChg chg="mod">
          <ac:chgData name="Daniel Cobon" userId="9ec4069a-7264-4a16-8fcd-c40d48c9226b" providerId="ADAL" clId="{5A037F1B-CFE7-4C03-8D67-DE9FC59A5B6D}" dt="2020-05-28T16:50:05.516" v="509"/>
          <ac:spMkLst>
            <pc:docMk/>
            <pc:sldMk cId="1751212245" sldId="389"/>
            <ac:spMk id="8" creationId="{CE8A0B2B-D62B-44EA-9906-7AAEFA902B65}"/>
          </ac:spMkLst>
        </pc:spChg>
        <pc:spChg chg="del">
          <ac:chgData name="Daniel Cobon" userId="9ec4069a-7264-4a16-8fcd-c40d48c9226b" providerId="ADAL" clId="{5A037F1B-CFE7-4C03-8D67-DE9FC59A5B6D}" dt="2020-05-28T16:50:40.113" v="512" actId="478"/>
          <ac:spMkLst>
            <pc:docMk/>
            <pc:sldMk cId="1751212245" sldId="389"/>
            <ac:spMk id="30" creationId="{04B9B890-65DA-40AD-BFB7-8B2DE4B3B2B5}"/>
          </ac:spMkLst>
        </pc:spChg>
        <pc:spChg chg="del">
          <ac:chgData name="Daniel Cobon" userId="9ec4069a-7264-4a16-8fcd-c40d48c9226b" providerId="ADAL" clId="{5A037F1B-CFE7-4C03-8D67-DE9FC59A5B6D}" dt="2020-05-28T16:50:40.113" v="512" actId="478"/>
          <ac:spMkLst>
            <pc:docMk/>
            <pc:sldMk cId="1751212245" sldId="389"/>
            <ac:spMk id="31" creationId="{DD809393-31EF-42E7-B514-D0B17195BE40}"/>
          </ac:spMkLst>
        </pc:spChg>
      </pc:sldChg>
      <pc:sldChg chg="addSp delSp modSp mod addCm delCm modCm modNotesTx">
        <pc:chgData name="Daniel Cobon" userId="9ec4069a-7264-4a16-8fcd-c40d48c9226b" providerId="ADAL" clId="{5A037F1B-CFE7-4C03-8D67-DE9FC59A5B6D}" dt="2020-05-06T16:56:41.452" v="492" actId="20577"/>
        <pc:sldMkLst>
          <pc:docMk/>
          <pc:sldMk cId="3562809278" sldId="406"/>
        </pc:sldMkLst>
        <pc:spChg chg="add del mod">
          <ac:chgData name="Daniel Cobon" userId="9ec4069a-7264-4a16-8fcd-c40d48c9226b" providerId="ADAL" clId="{5A037F1B-CFE7-4C03-8D67-DE9FC59A5B6D}" dt="2020-05-06T16:50:15.788" v="36" actId="478"/>
          <ac:spMkLst>
            <pc:docMk/>
            <pc:sldMk cId="3562809278" sldId="406"/>
            <ac:spMk id="31" creationId="{27DB7EE9-AE73-40EB-ACE3-1F1D6737F694}"/>
          </ac:spMkLst>
        </pc:spChg>
      </pc:sldChg>
      <pc:sldChg chg="del">
        <pc:chgData name="Daniel Cobon" userId="9ec4069a-7264-4a16-8fcd-c40d48c9226b" providerId="ADAL" clId="{5A037F1B-CFE7-4C03-8D67-DE9FC59A5B6D}" dt="2020-05-28T16:44:42.655" v="507" actId="47"/>
        <pc:sldMkLst>
          <pc:docMk/>
          <pc:sldMk cId="2426380769" sldId="408"/>
        </pc:sldMkLst>
      </pc:sldChg>
      <pc:sldChg chg="add del">
        <pc:chgData name="Daniel Cobon" userId="9ec4069a-7264-4a16-8fcd-c40d48c9226b" providerId="ADAL" clId="{5A037F1B-CFE7-4C03-8D67-DE9FC59A5B6D}" dt="2020-05-28T17:02:30.199" v="519"/>
        <pc:sldMkLst>
          <pc:docMk/>
          <pc:sldMk cId="3352756931" sldId="410"/>
        </pc:sldMkLst>
      </pc:sldChg>
    </pc:docChg>
  </pc:docChgLst>
  <pc:docChgLst>
    <pc:chgData name="Jose Carrera" userId="a09e4907-3878-4e7f-98e7-6355bdc3ced7" providerId="ADAL" clId="{20BC68CB-D717-42BF-878A-B32CA99EB86B}"/>
    <pc:docChg chg="undo custSel modSld">
      <pc:chgData name="Jose Carrera" userId="a09e4907-3878-4e7f-98e7-6355bdc3ced7" providerId="ADAL" clId="{20BC68CB-D717-42BF-878A-B32CA99EB86B}" dt="2020-04-21T15:42:05.331" v="91"/>
      <pc:docMkLst>
        <pc:docMk/>
      </pc:docMkLst>
      <pc:sldChg chg="addSp delSp mod">
        <pc:chgData name="Jose Carrera" userId="a09e4907-3878-4e7f-98e7-6355bdc3ced7" providerId="ADAL" clId="{20BC68CB-D717-42BF-878A-B32CA99EB86B}" dt="2020-04-20T18:39:14.786" v="61"/>
        <pc:sldMkLst>
          <pc:docMk/>
          <pc:sldMk cId="210113064" sldId="275"/>
        </pc:sldMkLst>
        <pc:grpChg chg="add">
          <ac:chgData name="Jose Carrera" userId="a09e4907-3878-4e7f-98e7-6355bdc3ced7" providerId="ADAL" clId="{20BC68CB-D717-42BF-878A-B32CA99EB86B}" dt="2020-04-20T18:39:14.786" v="61"/>
          <ac:grpSpMkLst>
            <pc:docMk/>
            <pc:sldMk cId="210113064" sldId="275"/>
            <ac:grpSpMk id="19" creationId="{F0DE1BEA-09A5-4747-BF1C-E85CD1B5169F}"/>
          </ac:grpSpMkLst>
        </pc:grpChg>
        <pc:grpChg chg="del">
          <ac:chgData name="Jose Carrera" userId="a09e4907-3878-4e7f-98e7-6355bdc3ced7" providerId="ADAL" clId="{20BC68CB-D717-42BF-878A-B32CA99EB86B}" dt="2020-04-20T18:39:14.240" v="60" actId="478"/>
          <ac:grpSpMkLst>
            <pc:docMk/>
            <pc:sldMk cId="210113064" sldId="275"/>
            <ac:grpSpMk id="28" creationId="{5471F736-E51F-4B5E-BECB-7FC6EB30C17F}"/>
          </ac:grpSpMkLst>
        </pc:grpChg>
      </pc:sldChg>
      <pc:sldChg chg="addSp delSp mod">
        <pc:chgData name="Jose Carrera" userId="a09e4907-3878-4e7f-98e7-6355bdc3ced7" providerId="ADAL" clId="{20BC68CB-D717-42BF-878A-B32CA99EB86B}" dt="2020-04-20T18:46:25.467" v="73"/>
        <pc:sldMkLst>
          <pc:docMk/>
          <pc:sldMk cId="3895171564" sldId="283"/>
        </pc:sldMkLst>
        <pc:grpChg chg="del">
          <ac:chgData name="Jose Carrera" userId="a09e4907-3878-4e7f-98e7-6355bdc3ced7" providerId="ADAL" clId="{20BC68CB-D717-42BF-878A-B32CA99EB86B}" dt="2020-04-20T18:46:25.090" v="72" actId="478"/>
          <ac:grpSpMkLst>
            <pc:docMk/>
            <pc:sldMk cId="3895171564" sldId="283"/>
            <ac:grpSpMk id="21" creationId="{783D7187-80CD-44BC-9B16-849EF1DD5AE9}"/>
          </ac:grpSpMkLst>
        </pc:grpChg>
        <pc:grpChg chg="add">
          <ac:chgData name="Jose Carrera" userId="a09e4907-3878-4e7f-98e7-6355bdc3ced7" providerId="ADAL" clId="{20BC68CB-D717-42BF-878A-B32CA99EB86B}" dt="2020-04-20T18:46:25.467" v="73"/>
          <ac:grpSpMkLst>
            <pc:docMk/>
            <pc:sldMk cId="3895171564" sldId="283"/>
            <ac:grpSpMk id="23" creationId="{E178EC7B-918B-48B4-BAAD-6DF261128CAC}"/>
          </ac:grpSpMkLst>
        </pc:grpChg>
      </pc:sldChg>
      <pc:sldChg chg="modSp mod addCm delCm modCm">
        <pc:chgData name="Jose Carrera" userId="a09e4907-3878-4e7f-98e7-6355bdc3ced7" providerId="ADAL" clId="{20BC68CB-D717-42BF-878A-B32CA99EB86B}" dt="2020-04-21T15:42:05.331" v="91"/>
        <pc:sldMkLst>
          <pc:docMk/>
          <pc:sldMk cId="3237250034" sldId="371"/>
        </pc:sldMkLst>
        <pc:spChg chg="mod">
          <ac:chgData name="Jose Carrera" userId="a09e4907-3878-4e7f-98e7-6355bdc3ced7" providerId="ADAL" clId="{20BC68CB-D717-42BF-878A-B32CA99EB86B}" dt="2020-04-20T18:37:31.900" v="40" actId="20577"/>
          <ac:spMkLst>
            <pc:docMk/>
            <pc:sldMk cId="3237250034" sldId="371"/>
            <ac:spMk id="35" creationId="{0B5AF882-1699-4C09-A821-A002969BFB06}"/>
          </ac:spMkLst>
        </pc:spChg>
      </pc:sldChg>
      <pc:sldChg chg="addSp delSp mod">
        <pc:chgData name="Jose Carrera" userId="a09e4907-3878-4e7f-98e7-6355bdc3ced7" providerId="ADAL" clId="{20BC68CB-D717-42BF-878A-B32CA99EB86B}" dt="2020-04-20T18:39:11.285" v="59"/>
        <pc:sldMkLst>
          <pc:docMk/>
          <pc:sldMk cId="1118572049" sldId="372"/>
        </pc:sldMkLst>
        <pc:grpChg chg="add">
          <ac:chgData name="Jose Carrera" userId="a09e4907-3878-4e7f-98e7-6355bdc3ced7" providerId="ADAL" clId="{20BC68CB-D717-42BF-878A-B32CA99EB86B}" dt="2020-04-20T18:39:11.285" v="59"/>
          <ac:grpSpMkLst>
            <pc:docMk/>
            <pc:sldMk cId="1118572049" sldId="372"/>
            <ac:grpSpMk id="24" creationId="{8B39547C-4DFC-4EB7-948B-EEA58C88A9B2}"/>
          </ac:grpSpMkLst>
        </pc:grpChg>
        <pc:grpChg chg="del">
          <ac:chgData name="Jose Carrera" userId="a09e4907-3878-4e7f-98e7-6355bdc3ced7" providerId="ADAL" clId="{20BC68CB-D717-42BF-878A-B32CA99EB86B}" dt="2020-04-20T18:39:11" v="58" actId="478"/>
          <ac:grpSpMkLst>
            <pc:docMk/>
            <pc:sldMk cId="1118572049" sldId="372"/>
            <ac:grpSpMk id="38" creationId="{3249375C-5F40-4316-B6CD-167194E74D4D}"/>
          </ac:grpSpMkLst>
        </pc:grpChg>
      </pc:sldChg>
      <pc:sldChg chg="addSp delSp mod modCm">
        <pc:chgData name="Jose Carrera" userId="a09e4907-3878-4e7f-98e7-6355bdc3ced7" providerId="ADAL" clId="{20BC68CB-D717-42BF-878A-B32CA99EB86B}" dt="2020-04-20T21:21:08.606" v="85"/>
        <pc:sldMkLst>
          <pc:docMk/>
          <pc:sldMk cId="596872564" sldId="382"/>
        </pc:sldMkLst>
        <pc:grpChg chg="add">
          <ac:chgData name="Jose Carrera" userId="a09e4907-3878-4e7f-98e7-6355bdc3ced7" providerId="ADAL" clId="{20BC68CB-D717-42BF-878A-B32CA99EB86B}" dt="2020-04-20T18:39:08.388" v="57"/>
          <ac:grpSpMkLst>
            <pc:docMk/>
            <pc:sldMk cId="596872564" sldId="382"/>
            <ac:grpSpMk id="21" creationId="{829A5410-2B63-4914-9EA3-5DCD21E53B7A}"/>
          </ac:grpSpMkLst>
        </pc:grpChg>
        <pc:grpChg chg="del">
          <ac:chgData name="Jose Carrera" userId="a09e4907-3878-4e7f-98e7-6355bdc3ced7" providerId="ADAL" clId="{20BC68CB-D717-42BF-878A-B32CA99EB86B}" dt="2020-04-20T18:39:08.109" v="56" actId="478"/>
          <ac:grpSpMkLst>
            <pc:docMk/>
            <pc:sldMk cId="596872564" sldId="382"/>
            <ac:grpSpMk id="28" creationId="{B303B638-25EC-452E-859C-D526DA870004}"/>
          </ac:grpSpMkLst>
        </pc:grpChg>
      </pc:sldChg>
      <pc:sldChg chg="addSp delSp mod">
        <pc:chgData name="Jose Carrera" userId="a09e4907-3878-4e7f-98e7-6355bdc3ced7" providerId="ADAL" clId="{20BC68CB-D717-42BF-878A-B32CA99EB86B}" dt="2020-04-20T18:39:21.525" v="65"/>
        <pc:sldMkLst>
          <pc:docMk/>
          <pc:sldMk cId="687007601" sldId="386"/>
        </pc:sldMkLst>
        <pc:grpChg chg="add">
          <ac:chgData name="Jose Carrera" userId="a09e4907-3878-4e7f-98e7-6355bdc3ced7" providerId="ADAL" clId="{20BC68CB-D717-42BF-878A-B32CA99EB86B}" dt="2020-04-20T18:39:21.525" v="65"/>
          <ac:grpSpMkLst>
            <pc:docMk/>
            <pc:sldMk cId="687007601" sldId="386"/>
            <ac:grpSpMk id="18" creationId="{3B407462-E8DC-4FE2-A274-F0D8B8AA2E3E}"/>
          </ac:grpSpMkLst>
        </pc:grpChg>
        <pc:grpChg chg="del">
          <ac:chgData name="Jose Carrera" userId="a09e4907-3878-4e7f-98e7-6355bdc3ced7" providerId="ADAL" clId="{20BC68CB-D717-42BF-878A-B32CA99EB86B}" dt="2020-04-20T18:39:21.265" v="64" actId="478"/>
          <ac:grpSpMkLst>
            <pc:docMk/>
            <pc:sldMk cId="687007601" sldId="386"/>
            <ac:grpSpMk id="35" creationId="{4A9D267E-50AB-4960-A239-1C8C3A754A0E}"/>
          </ac:grpSpMkLst>
        </pc:grpChg>
      </pc:sldChg>
      <pc:sldChg chg="addSp delSp mod">
        <pc:chgData name="Jose Carrera" userId="a09e4907-3878-4e7f-98e7-6355bdc3ced7" providerId="ADAL" clId="{20BC68CB-D717-42BF-878A-B32CA99EB86B}" dt="2020-04-20T18:39:23.892" v="67"/>
        <pc:sldMkLst>
          <pc:docMk/>
          <pc:sldMk cId="1532602696" sldId="387"/>
        </pc:sldMkLst>
        <pc:grpChg chg="add">
          <ac:chgData name="Jose Carrera" userId="a09e4907-3878-4e7f-98e7-6355bdc3ced7" providerId="ADAL" clId="{20BC68CB-D717-42BF-878A-B32CA99EB86B}" dt="2020-04-20T18:39:23.892" v="67"/>
          <ac:grpSpMkLst>
            <pc:docMk/>
            <pc:sldMk cId="1532602696" sldId="387"/>
            <ac:grpSpMk id="15" creationId="{13F7C1DC-BE43-4ACD-A5FE-9ABAE219CA32}"/>
          </ac:grpSpMkLst>
        </pc:grpChg>
        <pc:grpChg chg="del">
          <ac:chgData name="Jose Carrera" userId="a09e4907-3878-4e7f-98e7-6355bdc3ced7" providerId="ADAL" clId="{20BC68CB-D717-42BF-878A-B32CA99EB86B}" dt="2020-04-20T18:39:23.624" v="66" actId="478"/>
          <ac:grpSpMkLst>
            <pc:docMk/>
            <pc:sldMk cId="1532602696" sldId="387"/>
            <ac:grpSpMk id="21" creationId="{600A7603-7011-4FCC-91DF-B78FFBB008AE}"/>
          </ac:grpSpMkLst>
        </pc:grpChg>
      </pc:sldChg>
      <pc:sldChg chg="addSp delSp mod">
        <pc:chgData name="Jose Carrera" userId="a09e4907-3878-4e7f-98e7-6355bdc3ced7" providerId="ADAL" clId="{20BC68CB-D717-42BF-878A-B32CA99EB86B}" dt="2020-04-20T18:39:27.569" v="69"/>
        <pc:sldMkLst>
          <pc:docMk/>
          <pc:sldMk cId="2669834656" sldId="388"/>
        </pc:sldMkLst>
        <pc:grpChg chg="del">
          <ac:chgData name="Jose Carrera" userId="a09e4907-3878-4e7f-98e7-6355bdc3ced7" providerId="ADAL" clId="{20BC68CB-D717-42BF-878A-B32CA99EB86B}" dt="2020-04-20T18:39:27.060" v="68" actId="478"/>
          <ac:grpSpMkLst>
            <pc:docMk/>
            <pc:sldMk cId="2669834656" sldId="388"/>
            <ac:grpSpMk id="16" creationId="{A15C9FEF-F933-4408-9C10-90E6356D20E9}"/>
          </ac:grpSpMkLst>
        </pc:grpChg>
        <pc:grpChg chg="add">
          <ac:chgData name="Jose Carrera" userId="a09e4907-3878-4e7f-98e7-6355bdc3ced7" providerId="ADAL" clId="{20BC68CB-D717-42BF-878A-B32CA99EB86B}" dt="2020-04-20T18:39:27.569" v="69"/>
          <ac:grpSpMkLst>
            <pc:docMk/>
            <pc:sldMk cId="2669834656" sldId="388"/>
            <ac:grpSpMk id="20" creationId="{53836A01-277E-4103-919C-ED1B947FDF69}"/>
          </ac:grpSpMkLst>
        </pc:grpChg>
      </pc:sldChg>
      <pc:sldChg chg="addSp delSp mod">
        <pc:chgData name="Jose Carrera" userId="a09e4907-3878-4e7f-98e7-6355bdc3ced7" providerId="ADAL" clId="{20BC68CB-D717-42BF-878A-B32CA99EB86B}" dt="2020-04-20T18:46:22.191" v="71"/>
        <pc:sldMkLst>
          <pc:docMk/>
          <pc:sldMk cId="1751212245" sldId="389"/>
        </pc:sldMkLst>
        <pc:grpChg chg="del">
          <ac:chgData name="Jose Carrera" userId="a09e4907-3878-4e7f-98e7-6355bdc3ced7" providerId="ADAL" clId="{20BC68CB-D717-42BF-878A-B32CA99EB86B}" dt="2020-04-20T18:46:21.926" v="70" actId="478"/>
          <ac:grpSpMkLst>
            <pc:docMk/>
            <pc:sldMk cId="1751212245" sldId="389"/>
            <ac:grpSpMk id="23" creationId="{508BA3F7-0202-47C6-91EB-E692DF930542}"/>
          </ac:grpSpMkLst>
        </pc:grpChg>
        <pc:grpChg chg="add">
          <ac:chgData name="Jose Carrera" userId="a09e4907-3878-4e7f-98e7-6355bdc3ced7" providerId="ADAL" clId="{20BC68CB-D717-42BF-878A-B32CA99EB86B}" dt="2020-04-20T18:46:22.191" v="71"/>
          <ac:grpSpMkLst>
            <pc:docMk/>
            <pc:sldMk cId="1751212245" sldId="389"/>
            <ac:grpSpMk id="32" creationId="{C72C471C-3215-47C9-A0C4-8FD1F09C95B9}"/>
          </ac:grpSpMkLst>
        </pc:grpChg>
      </pc:sldChg>
      <pc:sldChg chg="addSp delSp mod">
        <pc:chgData name="Jose Carrera" userId="a09e4907-3878-4e7f-98e7-6355bdc3ced7" providerId="ADAL" clId="{20BC68CB-D717-42BF-878A-B32CA99EB86B}" dt="2020-04-20T18:47:15.091" v="75"/>
        <pc:sldMkLst>
          <pc:docMk/>
          <pc:sldMk cId="3533196393" sldId="404"/>
        </pc:sldMkLst>
        <pc:grpChg chg="add">
          <ac:chgData name="Jose Carrera" userId="a09e4907-3878-4e7f-98e7-6355bdc3ced7" providerId="ADAL" clId="{20BC68CB-D717-42BF-878A-B32CA99EB86B}" dt="2020-04-20T18:47:15.091" v="75"/>
          <ac:grpSpMkLst>
            <pc:docMk/>
            <pc:sldMk cId="3533196393" sldId="404"/>
            <ac:grpSpMk id="13" creationId="{8E5C522F-CB47-4E2A-904B-8E0BCF5E6B7B}"/>
          </ac:grpSpMkLst>
        </pc:grpChg>
        <pc:grpChg chg="del">
          <ac:chgData name="Jose Carrera" userId="a09e4907-3878-4e7f-98e7-6355bdc3ced7" providerId="ADAL" clId="{20BC68CB-D717-42BF-878A-B32CA99EB86B}" dt="2020-04-20T18:47:14.226" v="74" actId="478"/>
          <ac:grpSpMkLst>
            <pc:docMk/>
            <pc:sldMk cId="3533196393" sldId="404"/>
            <ac:grpSpMk id="21" creationId="{7799F760-81A3-4CFE-B5D9-8696DBCE1926}"/>
          </ac:grpSpMkLst>
        </pc:grpChg>
      </pc:sldChg>
      <pc:sldChg chg="addSp delSp mod">
        <pc:chgData name="Jose Carrera" userId="a09e4907-3878-4e7f-98e7-6355bdc3ced7" providerId="ADAL" clId="{20BC68CB-D717-42BF-878A-B32CA99EB86B}" dt="2020-04-20T18:47:17.318" v="77"/>
        <pc:sldMkLst>
          <pc:docMk/>
          <pc:sldMk cId="2204886043" sldId="405"/>
        </pc:sldMkLst>
        <pc:grpChg chg="add">
          <ac:chgData name="Jose Carrera" userId="a09e4907-3878-4e7f-98e7-6355bdc3ced7" providerId="ADAL" clId="{20BC68CB-D717-42BF-878A-B32CA99EB86B}" dt="2020-04-20T18:47:17.318" v="77"/>
          <ac:grpSpMkLst>
            <pc:docMk/>
            <pc:sldMk cId="2204886043" sldId="405"/>
            <ac:grpSpMk id="15" creationId="{79558923-3687-4B68-8B4E-117C9E72B8EA}"/>
          </ac:grpSpMkLst>
        </pc:grpChg>
        <pc:grpChg chg="del">
          <ac:chgData name="Jose Carrera" userId="a09e4907-3878-4e7f-98e7-6355bdc3ced7" providerId="ADAL" clId="{20BC68CB-D717-42BF-878A-B32CA99EB86B}" dt="2020-04-20T18:47:16.970" v="76" actId="478"/>
          <ac:grpSpMkLst>
            <pc:docMk/>
            <pc:sldMk cId="2204886043" sldId="405"/>
            <ac:grpSpMk id="21" creationId="{7799F760-81A3-4CFE-B5D9-8696DBCE1926}"/>
          </ac:grpSpMkLst>
        </pc:grpChg>
      </pc:sldChg>
      <pc:sldChg chg="addSp delSp mod">
        <pc:chgData name="Jose Carrera" userId="a09e4907-3878-4e7f-98e7-6355bdc3ced7" providerId="ADAL" clId="{20BC68CB-D717-42BF-878A-B32CA99EB86B}" dt="2020-04-20T18:47:19.542" v="79"/>
        <pc:sldMkLst>
          <pc:docMk/>
          <pc:sldMk cId="3562809278" sldId="406"/>
        </pc:sldMkLst>
        <pc:grpChg chg="add">
          <ac:chgData name="Jose Carrera" userId="a09e4907-3878-4e7f-98e7-6355bdc3ced7" providerId="ADAL" clId="{20BC68CB-D717-42BF-878A-B32CA99EB86B}" dt="2020-04-20T18:47:19.542" v="79"/>
          <ac:grpSpMkLst>
            <pc:docMk/>
            <pc:sldMk cId="3562809278" sldId="406"/>
            <ac:grpSpMk id="20" creationId="{9ED72FA2-F345-4B26-A3AA-285652C3E253}"/>
          </ac:grpSpMkLst>
        </pc:grpChg>
        <pc:grpChg chg="del">
          <ac:chgData name="Jose Carrera" userId="a09e4907-3878-4e7f-98e7-6355bdc3ced7" providerId="ADAL" clId="{20BC68CB-D717-42BF-878A-B32CA99EB86B}" dt="2020-04-20T18:47:19.210" v="78" actId="478"/>
          <ac:grpSpMkLst>
            <pc:docMk/>
            <pc:sldMk cId="3562809278" sldId="406"/>
            <ac:grpSpMk id="21" creationId="{7799F760-81A3-4CFE-B5D9-8696DBCE1926}"/>
          </ac:grpSpMkLst>
        </pc:grpChg>
      </pc:sldChg>
      <pc:sldChg chg="addSp delSp mod">
        <pc:chgData name="Jose Carrera" userId="a09e4907-3878-4e7f-98e7-6355bdc3ced7" providerId="ADAL" clId="{20BC68CB-D717-42BF-878A-B32CA99EB86B}" dt="2020-04-20T18:47:26.546" v="81"/>
        <pc:sldMkLst>
          <pc:docMk/>
          <pc:sldMk cId="1352478662" sldId="407"/>
        </pc:sldMkLst>
        <pc:grpChg chg="add">
          <ac:chgData name="Jose Carrera" userId="a09e4907-3878-4e7f-98e7-6355bdc3ced7" providerId="ADAL" clId="{20BC68CB-D717-42BF-878A-B32CA99EB86B}" dt="2020-04-20T18:47:26.546" v="81"/>
          <ac:grpSpMkLst>
            <pc:docMk/>
            <pc:sldMk cId="1352478662" sldId="407"/>
            <ac:grpSpMk id="13" creationId="{FB46E781-61E2-4769-9111-7AE6C7DE6115}"/>
          </ac:grpSpMkLst>
        </pc:grpChg>
        <pc:grpChg chg="del">
          <ac:chgData name="Jose Carrera" userId="a09e4907-3878-4e7f-98e7-6355bdc3ced7" providerId="ADAL" clId="{20BC68CB-D717-42BF-878A-B32CA99EB86B}" dt="2020-04-20T18:47:26.234" v="80" actId="478"/>
          <ac:grpSpMkLst>
            <pc:docMk/>
            <pc:sldMk cId="1352478662" sldId="407"/>
            <ac:grpSpMk id="21" creationId="{7799F760-81A3-4CFE-B5D9-8696DBCE1926}"/>
          </ac:grpSpMkLst>
        </pc:grpChg>
      </pc:sldChg>
      <pc:sldChg chg="addSp delSp mod">
        <pc:chgData name="Jose Carrera" userId="a09e4907-3878-4e7f-98e7-6355bdc3ced7" providerId="ADAL" clId="{20BC68CB-D717-42BF-878A-B32CA99EB86B}" dt="2020-04-20T18:39:19.283" v="63"/>
        <pc:sldMkLst>
          <pc:docMk/>
          <pc:sldMk cId="2426380769" sldId="408"/>
        </pc:sldMkLst>
        <pc:grpChg chg="add">
          <ac:chgData name="Jose Carrera" userId="a09e4907-3878-4e7f-98e7-6355bdc3ced7" providerId="ADAL" clId="{20BC68CB-D717-42BF-878A-B32CA99EB86B}" dt="2020-04-20T18:39:19.283" v="63"/>
          <ac:grpSpMkLst>
            <pc:docMk/>
            <pc:sldMk cId="2426380769" sldId="408"/>
            <ac:grpSpMk id="19" creationId="{1FECC100-C099-43E1-9808-4AC3E5814C4B}"/>
          </ac:grpSpMkLst>
        </pc:grpChg>
        <pc:grpChg chg="del">
          <ac:chgData name="Jose Carrera" userId="a09e4907-3878-4e7f-98e7-6355bdc3ced7" providerId="ADAL" clId="{20BC68CB-D717-42BF-878A-B32CA99EB86B}" dt="2020-04-20T18:39:18.979" v="62" actId="478"/>
          <ac:grpSpMkLst>
            <pc:docMk/>
            <pc:sldMk cId="2426380769" sldId="408"/>
            <ac:grpSpMk id="35" creationId="{4A9D267E-50AB-4960-A239-1C8C3A754A0E}"/>
          </ac:grpSpMkLst>
        </pc:grpChg>
      </pc:sldChg>
    </pc:docChg>
  </pc:docChgLst>
  <pc:docChgLst>
    <pc:chgData name="Daniel Cobon" userId="9ec4069a-7264-4a16-8fcd-c40d48c9226b" providerId="ADAL" clId="{603CB894-9688-44EB-ABF7-6E183676DDA8}"/>
    <pc:docChg chg="undo custSel addSld delSld modSld">
      <pc:chgData name="Daniel Cobon" userId="9ec4069a-7264-4a16-8fcd-c40d48c9226b" providerId="ADAL" clId="{603CB894-9688-44EB-ABF7-6E183676DDA8}" dt="2020-03-18T18:01:53.687" v="80"/>
      <pc:docMkLst>
        <pc:docMk/>
      </pc:docMkLst>
      <pc:sldChg chg="delSp modSp mod addCm delCm modCm">
        <pc:chgData name="Daniel Cobon" userId="9ec4069a-7264-4a16-8fcd-c40d48c9226b" providerId="ADAL" clId="{603CB894-9688-44EB-ABF7-6E183676DDA8}" dt="2020-03-18T17:42:59.905" v="67" actId="5900"/>
        <pc:sldMkLst>
          <pc:docMk/>
          <pc:sldMk cId="210113064" sldId="275"/>
        </pc:sldMkLst>
        <pc:spChg chg="mod">
          <ac:chgData name="Daniel Cobon" userId="9ec4069a-7264-4a16-8fcd-c40d48c9226b" providerId="ADAL" clId="{603CB894-9688-44EB-ABF7-6E183676DDA8}" dt="2020-03-18T17:41:51.533" v="62" actId="207"/>
          <ac:spMkLst>
            <pc:docMk/>
            <pc:sldMk cId="210113064" sldId="275"/>
            <ac:spMk id="8" creationId="{CE8A0B2B-D62B-44EA-9906-7AAEFA902B65}"/>
          </ac:spMkLst>
        </pc:spChg>
        <pc:spChg chg="del">
          <ac:chgData name="Daniel Cobon" userId="9ec4069a-7264-4a16-8fcd-c40d48c9226b" providerId="ADAL" clId="{603CB894-9688-44EB-ABF7-6E183676DDA8}" dt="2020-03-18T17:40:17.450" v="59" actId="478"/>
          <ac:spMkLst>
            <pc:docMk/>
            <pc:sldMk cId="210113064" sldId="275"/>
            <ac:spMk id="19" creationId="{4CC6032D-AF17-4356-83E1-F8EBCD7BB500}"/>
          </ac:spMkLst>
        </pc:spChg>
      </pc:sldChg>
      <pc:sldChg chg="modSp mod addCm modCm modNotesTx">
        <pc:chgData name="Daniel Cobon" userId="9ec4069a-7264-4a16-8fcd-c40d48c9226b" providerId="ADAL" clId="{603CB894-9688-44EB-ABF7-6E183676DDA8}" dt="2020-03-18T17:35:31.076" v="55" actId="5900"/>
        <pc:sldMkLst>
          <pc:docMk/>
          <pc:sldMk cId="596872564" sldId="382"/>
        </pc:sldMkLst>
        <pc:spChg chg="mod">
          <ac:chgData name="Daniel Cobon" userId="9ec4069a-7264-4a16-8fcd-c40d48c9226b" providerId="ADAL" clId="{603CB894-9688-44EB-ABF7-6E183676DDA8}" dt="2020-03-18T17:32:36.006" v="47" actId="20577"/>
          <ac:spMkLst>
            <pc:docMk/>
            <pc:sldMk cId="596872564" sldId="382"/>
            <ac:spMk id="8" creationId="{CE8A0B2B-D62B-44EA-9906-7AAEFA902B65}"/>
          </ac:spMkLst>
        </pc:spChg>
      </pc:sldChg>
      <pc:sldChg chg="modSp mod addCm modCm">
        <pc:chgData name="Daniel Cobon" userId="9ec4069a-7264-4a16-8fcd-c40d48c9226b" providerId="ADAL" clId="{603CB894-9688-44EB-ABF7-6E183676DDA8}" dt="2020-03-18T17:54:44.484" v="75"/>
        <pc:sldMkLst>
          <pc:docMk/>
          <pc:sldMk cId="2669834656" sldId="388"/>
        </pc:sldMkLst>
        <pc:spChg chg="mod">
          <ac:chgData name="Daniel Cobon" userId="9ec4069a-7264-4a16-8fcd-c40d48c9226b" providerId="ADAL" clId="{603CB894-9688-44EB-ABF7-6E183676DDA8}" dt="2020-03-18T17:54:08.441" v="73" actId="20577"/>
          <ac:spMkLst>
            <pc:docMk/>
            <pc:sldMk cId="2669834656" sldId="388"/>
            <ac:spMk id="8" creationId="{CE8A0B2B-D62B-44EA-9906-7AAEFA902B65}"/>
          </ac:spMkLst>
        </pc:spChg>
      </pc:sldChg>
      <pc:sldChg chg="modSp addCm modCm">
        <pc:chgData name="Daniel Cobon" userId="9ec4069a-7264-4a16-8fcd-c40d48c9226b" providerId="ADAL" clId="{603CB894-9688-44EB-ABF7-6E183676DDA8}" dt="2020-03-18T18:01:53.687" v="80"/>
        <pc:sldMkLst>
          <pc:docMk/>
          <pc:sldMk cId="1751212245" sldId="389"/>
        </pc:sldMkLst>
        <pc:spChg chg="mod">
          <ac:chgData name="Daniel Cobon" userId="9ec4069a-7264-4a16-8fcd-c40d48c9226b" providerId="ADAL" clId="{603CB894-9688-44EB-ABF7-6E183676DDA8}" dt="2020-03-18T18:01:28.893" v="78"/>
          <ac:spMkLst>
            <pc:docMk/>
            <pc:sldMk cId="1751212245" sldId="389"/>
            <ac:spMk id="8" creationId="{CE8A0B2B-D62B-44EA-9906-7AAEFA902B65}"/>
          </ac:spMkLst>
        </pc:spChg>
      </pc:sldChg>
      <pc:sldChg chg="modSp mod">
        <pc:chgData name="Daniel Cobon" userId="9ec4069a-7264-4a16-8fcd-c40d48c9226b" providerId="ADAL" clId="{603CB894-9688-44EB-ABF7-6E183676DDA8}" dt="2020-03-18T17:43:29.454" v="71"/>
        <pc:sldMkLst>
          <pc:docMk/>
          <pc:sldMk cId="2426380769" sldId="408"/>
        </pc:sldMkLst>
        <pc:spChg chg="mod">
          <ac:chgData name="Daniel Cobon" userId="9ec4069a-7264-4a16-8fcd-c40d48c9226b" providerId="ADAL" clId="{603CB894-9688-44EB-ABF7-6E183676DDA8}" dt="2020-03-18T17:43:29.454" v="71"/>
          <ac:spMkLst>
            <pc:docMk/>
            <pc:sldMk cId="2426380769" sldId="408"/>
            <ac:spMk id="8" creationId="{CE8A0B2B-D62B-44EA-9906-7AAEFA902B65}"/>
          </ac:spMkLst>
        </pc:spChg>
      </pc:sldChg>
      <pc:sldChg chg="add del">
        <pc:chgData name="Daniel Cobon" userId="9ec4069a-7264-4a16-8fcd-c40d48c9226b" providerId="ADAL" clId="{603CB894-9688-44EB-ABF7-6E183676DDA8}" dt="2020-03-18T18:00:25.278" v="77" actId="2696"/>
        <pc:sldMkLst>
          <pc:docMk/>
          <pc:sldMk cId="1037923047" sldId="410"/>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19-08-21T09:04:33.456" idx="7">
    <p:pos x="5363" y="28"/>
    <p:text>The name of the page is an internal Reference. No need to desplay it on the agents screen</p:text>
    <p:extLst>
      <p:ext uri="{C676402C-5697-4E1C-873F-D02D1690AC5C}">
        <p15:threadingInfo xmlns:p15="http://schemas.microsoft.com/office/powerpoint/2012/main" timeZoneBias="360"/>
      </p:ext>
    </p:extLst>
  </p:cm>
  <p:cm authorId="1" dt="2019-08-21T10:52:17.112" idx="21">
    <p:pos x="7431" y="3916"/>
    <p:text>Go to Ohio Winback- Verification</p:text>
    <p:extLst>
      <p:ext uri="{C676402C-5697-4E1C-873F-D02D1690AC5C}">
        <p15:threadingInfo xmlns:p15="http://schemas.microsoft.com/office/powerpoint/2012/main" timeZoneBias="360"/>
      </p:ext>
    </p:extLst>
  </p:cm>
  <p:cm authorId="1" dt="2019-08-21T11:15:52.366" idx="28">
    <p:pos x="3003" y="3935"/>
    <p:text>Go to Call Back</p:text>
    <p:extLst>
      <p:ext uri="{C676402C-5697-4E1C-873F-D02D1690AC5C}">
        <p15:threadingInfo xmlns:p15="http://schemas.microsoft.com/office/powerpoint/2012/main" timeZoneBias="360"/>
      </p:ext>
    </p:extLst>
  </p:cm>
  <p:cm authorId="1" dt="2019-08-21T11:46:13.959" idx="53">
    <p:pos x="840" y="3994"/>
    <p:text>Go to Transfer</p:text>
    <p:extLst>
      <p:ext uri="{C676402C-5697-4E1C-873F-D02D1690AC5C}">
        <p15:threadingInfo xmlns:p15="http://schemas.microsoft.com/office/powerpoint/2012/main" timeZoneBias="360"/>
      </p:ext>
    </p:extLst>
  </p:cm>
  <p:cm authorId="1" dt="2019-08-21T11:58:54.067" idx="70">
    <p:pos x="1643" y="1308"/>
    <p:text>Replace [Agent Name] with a variable that displays the agent name.</p:text>
    <p:extLst>
      <p:ext uri="{C676402C-5697-4E1C-873F-D02D1690AC5C}">
        <p15:threadingInfo xmlns:p15="http://schemas.microsoft.com/office/powerpoint/2012/main" timeZoneBias="360"/>
      </p:ext>
    </p:extLst>
  </p:cm>
  <p:cm authorId="1" dt="2019-08-27T10:13:43.788" idx="89">
    <p:pos x="6573" y="1094"/>
    <p:text>Repleace the [Current Date]/[Current Time] with the current daate and time</p:text>
    <p:extLst>
      <p:ext uri="{C676402C-5697-4E1C-873F-D02D1690AC5C}">
        <p15:threadingInfo xmlns:p15="http://schemas.microsoft.com/office/powerpoint/2012/main" timeZoneBias="360"/>
      </p:ext>
    </p:extLst>
  </p:cm>
  <p:cm authorId="3" dt="2019-08-29T12:05:54.920" idx="30">
    <p:pos x="868" y="3434"/>
    <p:text>Go to Additional Sale Confirmation</p:text>
    <p:extLst>
      <p:ext uri="{C676402C-5697-4E1C-873F-D02D1690AC5C}">
        <p15:threadingInfo xmlns:p15="http://schemas.microsoft.com/office/powerpoint/2012/main" timeZoneBias="360"/>
      </p:ext>
    </p:extLst>
  </p:cm>
  <p:cm authorId="2" dt="2019-10-02T12:21:19.118" idx="89">
    <p:pos x="6857" y="1435"/>
    <p:text>please replace [CID Number] with the CID number.</p:text>
    <p:extLst>
      <p:ext uri="{C676402C-5697-4E1C-873F-D02D1690AC5C}">
        <p15:threadingInfo xmlns:p15="http://schemas.microsoft.com/office/powerpoint/2012/main" timeZoneBias="360"/>
      </p:ext>
    </p:extLst>
  </p:cm>
  <p:cm authorId="5" dt="2020-03-18T11:54:17.398" idx="4">
    <p:pos x="3770" y="2470"/>
    <p:text>Add new info shared 2nd script</p:text>
    <p:extLst>
      <p:ext uri="{C676402C-5697-4E1C-873F-D02D1690AC5C}">
        <p15:threadingInfo xmlns:p15="http://schemas.microsoft.com/office/powerpoint/2012/main" timeZoneBias="3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9-08-21T09:04:33.456" idx="7">
    <p:pos x="5363" y="28"/>
    <p:text>The name of the page is an internal Reference. No need to desplay it on the agents screen</p:text>
    <p:extLst>
      <p:ext uri="{C676402C-5697-4E1C-873F-D02D1690AC5C}">
        <p15:threadingInfo xmlns:p15="http://schemas.microsoft.com/office/powerpoint/2012/main" timeZoneBias="360"/>
      </p:ext>
    </p:extLst>
  </p:cm>
  <p:cm authorId="1" dt="2019-08-21T11:16:31.518" idx="30">
    <p:pos x="7081" y="3748"/>
    <p:text>Release the call - Automaticly V01</p:text>
    <p:extLst>
      <p:ext uri="{C676402C-5697-4E1C-873F-D02D1690AC5C}">
        <p15:threadingInfo xmlns:p15="http://schemas.microsoft.com/office/powerpoint/2012/main" timeZoneBias="360"/>
      </p:ext>
    </p:extLst>
  </p:cm>
  <p:cm authorId="3" dt="2019-08-29T12:12:00.828" idx="37">
    <p:pos x="944" y="3779"/>
    <p:text>If the state is Kentucky or Indiana go to IN and KY - Info Shared
If the state is Massachusetts, Meryland, Michigan, New Jersey, New York, Ohio or Pennsylvania go to Info Shared</p:text>
    <p:extLst>
      <p:ext uri="{C676402C-5697-4E1C-873F-D02D1690AC5C}">
        <p15:threadingInfo xmlns:p15="http://schemas.microsoft.com/office/powerpoint/2012/main" timeZoneBias="360"/>
      </p:ext>
    </p:extLst>
  </p:cm>
  <p:cm authorId="2" dt="2019-09-11T08:52:51.237" idx="72">
    <p:pos x="4202" y="3341"/>
    <p:text>Go to TPV</p:text>
    <p:extLst>
      <p:ext uri="{C676402C-5697-4E1C-873F-D02D1690AC5C}">
        <p15:threadingInfo xmlns:p15="http://schemas.microsoft.com/office/powerpoint/2012/main" timeZoneBias="360"/>
      </p:ext>
    </p:extLst>
  </p:cm>
  <p:cm authorId="2" dt="2019-10-08T08:05:17.321" idx="126">
    <p:pos x="2461" y="3124"/>
    <p:text>save this information with number format with numeric format. 5 digist must be enter to release the call. Work 8</p:text>
    <p:extLst>
      <p:ext uri="{C676402C-5697-4E1C-873F-D02D1690AC5C}">
        <p15:threadingInfo xmlns:p15="http://schemas.microsoft.com/office/powerpoint/2012/main" timeZoneBias="360"/>
      </p:ext>
    </p:extLst>
  </p:cm>
  <p:cm authorId="2" dt="2019-10-10T15:37:11.360" idx="128">
    <p:pos x="1995" y="3094"/>
    <p:text>consult this number (855) 614-6425</p:text>
    <p:extLst>
      <p:ext uri="{C676402C-5697-4E1C-873F-D02D1690AC5C}">
        <p15:threadingInfo xmlns:p15="http://schemas.microsoft.com/office/powerpoint/2012/main" timeZoneBias="3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9-08-21T09:04:33.456" idx="7">
    <p:pos x="5363" y="28"/>
    <p:text>The name of the page is an internal Reference. No need to desplay it on the agents screen</p:text>
    <p:extLst>
      <p:ext uri="{C676402C-5697-4E1C-873F-D02D1690AC5C}">
        <p15:threadingInfo xmlns:p15="http://schemas.microsoft.com/office/powerpoint/2012/main" timeZoneBias="360"/>
      </p:ext>
    </p:extLst>
  </p:cm>
  <p:cm authorId="1" dt="2019-08-21T11:16:04.206" idx="29">
    <p:pos x="7196" y="3743"/>
    <p:text>Call Result code R99</p:text>
    <p:extLst>
      <p:ext uri="{C676402C-5697-4E1C-873F-D02D1690AC5C}">
        <p15:threadingInfo xmlns:p15="http://schemas.microsoft.com/office/powerpoint/2012/main" timeZoneBias="360"/>
      </p:ext>
    </p:extLst>
  </p:cm>
  <p:cm authorId="2" dt="2019-09-26T07:15:12.687" idx="100">
    <p:pos x="4690" y="1111"/>
    <p:text>Replace [CID by state] with the following rules if 8664962191 = OH
8664962401 = MD
8664956231 = PA
8664955879 = IL
8662201866 = NY</p:text>
    <p:extLst>
      <p:ext uri="{C676402C-5697-4E1C-873F-D02D1690AC5C}">
        <p15:threadingInfo xmlns:p15="http://schemas.microsoft.com/office/powerpoint/2012/main" timeZoneBias="360"/>
      </p:ext>
    </p:extLst>
  </p:cm>
  <p:cm authorId="2" dt="2019-10-03T09:31:42.711" idx="113">
    <p:pos x="2201" y="376"/>
    <p:text>please verify the header on this slide</p:text>
    <p:extLst>
      <p:ext uri="{C676402C-5697-4E1C-873F-D02D1690AC5C}">
        <p15:threadingInfo xmlns:p15="http://schemas.microsoft.com/office/powerpoint/2012/main" timeZoneBias="3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19-12-12T11:19:44.790" idx="138">
    <p:pos x="5648" y="2664"/>
    <p:text>Consult 305-907-3652</p:text>
    <p:extLst>
      <p:ext uri="{C676402C-5697-4E1C-873F-D02D1690AC5C}">
        <p15:threadingInfo xmlns:p15="http://schemas.microsoft.com/office/powerpoint/2012/main" timeZoneBias="360"/>
      </p:ext>
    </p:extLst>
  </p:cm>
  <p:cm authorId="2" dt="2019-12-12T11:19:55.782" idx="139">
    <p:pos x="5648" y="3011"/>
    <p:text>Consult 305-907-3653</p:text>
    <p:extLst>
      <p:ext uri="{C676402C-5697-4E1C-873F-D02D1690AC5C}">
        <p15:threadingInfo xmlns:p15="http://schemas.microsoft.com/office/powerpoint/2012/main" timeZoneBias="360"/>
      </p:ext>
    </p:extLst>
  </p:cm>
  <p:cm authorId="2" dt="2019-12-12T11:20:04.370" idx="140">
    <p:pos x="5640" y="2318"/>
    <p:text>Consult 305-907-3651</p:text>
    <p:extLst>
      <p:ext uri="{C676402C-5697-4E1C-873F-D02D1690AC5C}">
        <p15:threadingInfo xmlns:p15="http://schemas.microsoft.com/office/powerpoint/2012/main" timeZoneBias="360"/>
      </p:ext>
    </p:extLst>
  </p:cm>
  <p:cm authorId="2" dt="2019-12-12T11:20:14.012" idx="141">
    <p:pos x="4929" y="1152"/>
    <p:text>Replace [CID by state] with the following rules if 8664962191 = OH
8664962401 = MD
8664956231 = PA
8664955879 = IL
8662201866 = NY</p:text>
    <p:extLst>
      <p:ext uri="{C676402C-5697-4E1C-873F-D02D1690AC5C}">
        <p15:threadingInfo xmlns:p15="http://schemas.microsoft.com/office/powerpoint/2012/main" timeZoneBias="360"/>
      </p:ext>
    </p:extLst>
  </p:cm>
  <p:cm authorId="2" dt="2019-12-12T11:20:24.042" idx="142">
    <p:pos x="3881" y="1360"/>
    <p:text>Replace [Utility] with a variable that displays Company Name. this variable still pending.</p:text>
    <p:extLst>
      <p:ext uri="{C676402C-5697-4E1C-873F-D02D1690AC5C}">
        <p15:threadingInfo xmlns:p15="http://schemas.microsoft.com/office/powerpoint/2012/main" timeZoneBias="360"/>
      </p:ext>
    </p:extLst>
  </p:cm>
  <p:cm authorId="2" dt="2020-03-10T13:50:26.214" idx="154">
    <p:pos x="5648" y="3358"/>
    <p:text>Consult 8885316243</p:text>
    <p:extLst>
      <p:ext uri="{C676402C-5697-4E1C-873F-D02D1690AC5C}">
        <p15:threadingInfo xmlns:p15="http://schemas.microsoft.com/office/powerpoint/2012/main" timeZoneBias="3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19-12-12T11:24:42.854" idx="145">
    <p:pos x="2644" y="1473"/>
    <p:text>Replace [Agent Name] with a variable that displays Agents name</p:text>
    <p:extLst>
      <p:ext uri="{C676402C-5697-4E1C-873F-D02D1690AC5C}">
        <p15:threadingInfo xmlns:p15="http://schemas.microsoft.com/office/powerpoint/2012/main" timeZoneBias="360"/>
      </p:ext>
    </p:extLst>
  </p:cm>
  <p:cm authorId="2" dt="2019-12-12T11:24:50.374" idx="146">
    <p:pos x="4306" y="1473"/>
    <p:text>please replace [Brand] with a variable that display the brand coming in the lead file</p:text>
    <p:extLst>
      <p:ext uri="{C676402C-5697-4E1C-873F-D02D1690AC5C}">
        <p15:threadingInfo xmlns:p15="http://schemas.microsoft.com/office/powerpoint/2012/main" timeZoneBias="360"/>
      </p:ext>
    </p:extLst>
  </p:cm>
  <p:cm authorId="2" dt="2019-12-12T11:24:56.879" idx="147">
    <p:pos x="4835" y="1681"/>
    <p:text>Replace [Utility] with a variable that display the utility coming in the lead file.</p:text>
    <p:extLst>
      <p:ext uri="{C676402C-5697-4E1C-873F-D02D1690AC5C}">
        <p15:threadingInfo xmlns:p15="http://schemas.microsoft.com/office/powerpoint/2012/main" timeZoneBias="360"/>
      </p:ext>
    </p:extLst>
  </p:cm>
  <p:cm authorId="2" dt="2019-12-12T11:25:04.411" idx="148">
    <p:pos x="5590" y="1681"/>
    <p:text>replace [State Service] with a variable that depends of the Commodity. If E=Electricity , if G=Gas or if M=Gas/Electricity</p:text>
    <p:extLst>
      <p:ext uri="{C676402C-5697-4E1C-873F-D02D1690AC5C}">
        <p15:threadingInfo xmlns:p15="http://schemas.microsoft.com/office/powerpoint/2012/main" timeZoneBias="360"/>
      </p:ext>
    </p:extLst>
  </p:cm>
  <p:cm authorId="2" dt="2019-12-12T11:25:12.485" idx="149">
    <p:pos x="1767" y="1984"/>
    <p:text>replace [CID Number] with the CID number of each state</p:text>
    <p:extLst>
      <p:ext uri="{C676402C-5697-4E1C-873F-D02D1690AC5C}">
        <p15:threadingInfo xmlns:p15="http://schemas.microsoft.com/office/powerpoint/2012/main" timeZoneBias="3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G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F7B556-69F0-4ABF-AE4A-C8AA32FBA74A}" type="datetimeFigureOut">
              <a:rPr lang="es-GT" smtClean="0"/>
              <a:t>15/06/2020</a:t>
            </a:fld>
            <a:endParaRPr lang="es-G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G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G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BF174-8316-4236-A668-9FB02A0047AA}" type="slidenum">
              <a:rPr lang="es-GT" smtClean="0"/>
              <a:t>‹#›</a:t>
            </a:fld>
            <a:endParaRPr lang="es-GT"/>
          </a:p>
        </p:txBody>
      </p:sp>
    </p:spTree>
    <p:extLst>
      <p:ext uri="{BB962C8B-B14F-4D97-AF65-F5344CB8AC3E}">
        <p14:creationId xmlns:p14="http://schemas.microsoft.com/office/powerpoint/2010/main" val="1999494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6BF174-8316-4236-A668-9FB02A0047AA}" type="slidenum">
              <a:rPr lang="es-GT" smtClean="0"/>
              <a:t>1</a:t>
            </a:fld>
            <a:endParaRPr lang="es-GT"/>
          </a:p>
        </p:txBody>
      </p:sp>
    </p:spTree>
    <p:extLst>
      <p:ext uri="{BB962C8B-B14F-4D97-AF65-F5344CB8AC3E}">
        <p14:creationId xmlns:p14="http://schemas.microsoft.com/office/powerpoint/2010/main" val="122096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dirty="0">
                <a:effectLst>
                  <a:outerShdw blurRad="38100" dist="38100" dir="2700000" algn="tl">
                    <a:srgbClr val="000000">
                      <a:alpha val="43137"/>
                    </a:srgbClr>
                  </a:outerShdw>
                </a:effectLst>
              </a:rPr>
              <a:t>This slide has to be display if FG2 = A13</a:t>
            </a:r>
            <a:endParaRPr lang="es-GT" b="1" i="1" dirty="0">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2</a:t>
            </a:fld>
            <a:endParaRPr lang="en-US"/>
          </a:p>
        </p:txBody>
      </p:sp>
    </p:spTree>
    <p:extLst>
      <p:ext uri="{BB962C8B-B14F-4D97-AF65-F5344CB8AC3E}">
        <p14:creationId xmlns:p14="http://schemas.microsoft.com/office/powerpoint/2010/main" val="271018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dirty="0">
                <a:effectLst>
                  <a:outerShdw blurRad="38100" dist="38100" dir="2700000" algn="tl">
                    <a:srgbClr val="000000">
                      <a:alpha val="43137"/>
                    </a:srgbClr>
                  </a:outerShdw>
                </a:effectLst>
              </a:rPr>
              <a:t>The offer table has to display the offers depending of the conditions of the Offer table.</a:t>
            </a:r>
          </a:p>
          <a:p>
            <a:endParaRPr lang="en-US" b="1" i="1" dirty="0">
              <a:effectLst>
                <a:outerShdw blurRad="38100" dist="38100" dir="2700000" algn="tl">
                  <a:srgbClr val="000000">
                    <a:alpha val="43137"/>
                  </a:srgbClr>
                </a:outerShdw>
              </a:effectLst>
            </a:endParaRPr>
          </a:p>
          <a:p>
            <a:r>
              <a:rPr lang="en-US" b="1" i="1" dirty="0">
                <a:effectLst>
                  <a:outerShdw blurRad="38100" dist="38100" dir="2700000" algn="tl">
                    <a:srgbClr val="000000">
                      <a:alpha val="43137"/>
                    </a:srgbClr>
                  </a:outerShdw>
                </a:effectLst>
              </a:rPr>
              <a:t>And if the Commodity type is M the Gas and Electricity option boxes must be display </a:t>
            </a:r>
          </a:p>
          <a:p>
            <a:endParaRPr lang="en-US" b="1" i="1" dirty="0">
              <a:effectLst>
                <a:outerShdw blurRad="38100" dist="38100" dir="2700000" algn="tl">
                  <a:srgbClr val="000000">
                    <a:alpha val="43137"/>
                  </a:srgbClr>
                </a:outerShdw>
              </a:effectLst>
            </a:endParaRPr>
          </a:p>
          <a:p>
            <a:r>
              <a:rPr lang="en-US" b="1" i="1" dirty="0">
                <a:effectLst>
                  <a:outerShdw blurRad="38100" dist="38100" dir="2700000" algn="tl">
                    <a:srgbClr val="000000">
                      <a:alpha val="43137"/>
                    </a:srgbClr>
                  </a:outerShdw>
                </a:effectLst>
              </a:rPr>
              <a:t>This slide has to be display if FG2 = A13</a:t>
            </a:r>
            <a:endParaRPr lang="es-GT" b="1" i="1" dirty="0">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3</a:t>
            </a:fld>
            <a:endParaRPr lang="en-US"/>
          </a:p>
        </p:txBody>
      </p:sp>
    </p:spTree>
    <p:extLst>
      <p:ext uri="{BB962C8B-B14F-4D97-AF65-F5344CB8AC3E}">
        <p14:creationId xmlns:p14="http://schemas.microsoft.com/office/powerpoint/2010/main" val="3839010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dirty="0">
                <a:effectLst>
                  <a:outerShdw blurRad="38100" dist="38100" dir="2700000" algn="tl">
                    <a:srgbClr val="000000">
                      <a:alpha val="43137"/>
                    </a:srgbClr>
                  </a:outerShdw>
                </a:effectLst>
              </a:rPr>
              <a:t>This slide has to be display if FG2 = A13</a:t>
            </a:r>
            <a:endParaRPr lang="es-GT" b="1" i="1" dirty="0">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4</a:t>
            </a:fld>
            <a:endParaRPr lang="en-US"/>
          </a:p>
        </p:txBody>
      </p:sp>
    </p:spTree>
    <p:extLst>
      <p:ext uri="{BB962C8B-B14F-4D97-AF65-F5344CB8AC3E}">
        <p14:creationId xmlns:p14="http://schemas.microsoft.com/office/powerpoint/2010/main" val="3409061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a:effectLst>
                  <a:outerShdw blurRad="38100" dist="38100" dir="2700000" algn="tl">
                    <a:srgbClr val="000000">
                      <a:alpha val="43137"/>
                    </a:srgbClr>
                  </a:outerShdw>
                </a:effectLst>
              </a:rPr>
              <a:t>This slide has to be display if FG2 = A13</a:t>
            </a:r>
            <a:endParaRPr lang="es-GT" b="1" i="1">
              <a:effectLst>
                <a:outerShdw blurRad="38100" dist="38100" dir="2700000" algn="tl">
                  <a:srgbClr val="000000">
                    <a:alpha val="43137"/>
                  </a:srgbClr>
                </a:outerShdw>
              </a:effectLst>
            </a:endParaRPr>
          </a:p>
          <a:p>
            <a:endParaRPr lang="es-GT" b="1" i="1" dirty="0">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5</a:t>
            </a:fld>
            <a:endParaRPr lang="en-US"/>
          </a:p>
        </p:txBody>
      </p:sp>
    </p:spTree>
    <p:extLst>
      <p:ext uri="{BB962C8B-B14F-4D97-AF65-F5344CB8AC3E}">
        <p14:creationId xmlns:p14="http://schemas.microsoft.com/office/powerpoint/2010/main" val="473619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a:effectLst>
                  <a:outerShdw blurRad="38100" dist="38100" dir="2700000" algn="tl">
                    <a:srgbClr val="000000">
                      <a:alpha val="43137"/>
                    </a:srgbClr>
                  </a:outerShdw>
                </a:effectLst>
              </a:rPr>
              <a:t>This slide has to be display if FG2 = A13</a:t>
            </a:r>
            <a:endParaRPr lang="es-GT" b="1" i="1">
              <a:effectLst>
                <a:outerShdw blurRad="38100" dist="38100" dir="2700000" algn="tl">
                  <a:srgbClr val="000000">
                    <a:alpha val="43137"/>
                  </a:srgbClr>
                </a:outerShdw>
              </a:effectLst>
            </a:endParaRPr>
          </a:p>
          <a:p>
            <a:endParaRPr lang="es-GT" b="1" i="1" dirty="0">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6</a:t>
            </a:fld>
            <a:endParaRPr lang="en-US"/>
          </a:p>
        </p:txBody>
      </p:sp>
    </p:spTree>
    <p:extLst>
      <p:ext uri="{BB962C8B-B14F-4D97-AF65-F5344CB8AC3E}">
        <p14:creationId xmlns:p14="http://schemas.microsoft.com/office/powerpoint/2010/main" val="3065301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dirty="0">
                <a:effectLst>
                  <a:outerShdw blurRad="38100" dist="38100" dir="2700000" algn="tl">
                    <a:srgbClr val="000000">
                      <a:alpha val="43137"/>
                    </a:srgbClr>
                  </a:outerShdw>
                </a:effectLst>
              </a:rPr>
              <a:t>This slide has to be display if FG2 = A13</a:t>
            </a:r>
            <a:endParaRPr lang="es-GT" b="1" i="1" dirty="0">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7</a:t>
            </a:fld>
            <a:endParaRPr lang="en-US"/>
          </a:p>
        </p:txBody>
      </p:sp>
    </p:spTree>
    <p:extLst>
      <p:ext uri="{BB962C8B-B14F-4D97-AF65-F5344CB8AC3E}">
        <p14:creationId xmlns:p14="http://schemas.microsoft.com/office/powerpoint/2010/main" val="2937888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a:effectLst>
                  <a:outerShdw blurRad="38100" dist="38100" dir="2700000" algn="tl">
                    <a:srgbClr val="000000">
                      <a:alpha val="43137"/>
                    </a:srgbClr>
                  </a:outerShdw>
                </a:effectLst>
              </a:rPr>
              <a:t>This slide has to be display if FG2 = A13</a:t>
            </a:r>
            <a:endParaRPr lang="es-GT" b="1" i="1" dirty="0">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8</a:t>
            </a:fld>
            <a:endParaRPr lang="en-US"/>
          </a:p>
        </p:txBody>
      </p:sp>
    </p:spTree>
    <p:extLst>
      <p:ext uri="{BB962C8B-B14F-4D97-AF65-F5344CB8AC3E}">
        <p14:creationId xmlns:p14="http://schemas.microsoft.com/office/powerpoint/2010/main" val="1745472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a:effectLst>
                  <a:outerShdw blurRad="38100" dist="38100" dir="2700000" algn="tl">
                    <a:srgbClr val="000000">
                      <a:alpha val="43137"/>
                    </a:srgbClr>
                  </a:outerShdw>
                </a:effectLst>
              </a:rPr>
              <a:t>This slide has to be display if FG2 = A13</a:t>
            </a:r>
            <a:endParaRPr lang="es-GT" b="1" i="1">
              <a:effectLst>
                <a:outerShdw blurRad="38100" dist="38100" dir="2700000" algn="tl">
                  <a:srgbClr val="000000">
                    <a:alpha val="43137"/>
                  </a:srgbClr>
                </a:outerShdw>
              </a:effectLst>
            </a:endParaRPr>
          </a:p>
          <a:p>
            <a:endParaRPr lang="es-GT" b="1" i="1">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9</a:t>
            </a:fld>
            <a:endParaRPr lang="en-US"/>
          </a:p>
        </p:txBody>
      </p:sp>
    </p:spTree>
    <p:extLst>
      <p:ext uri="{BB962C8B-B14F-4D97-AF65-F5344CB8AC3E}">
        <p14:creationId xmlns:p14="http://schemas.microsoft.com/office/powerpoint/2010/main" val="2713133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i="1">
                <a:effectLst>
                  <a:outerShdw blurRad="38100" dist="38100" dir="2700000" algn="tl">
                    <a:srgbClr val="000000">
                      <a:alpha val="43137"/>
                    </a:srgbClr>
                  </a:outerShdw>
                </a:effectLst>
              </a:rPr>
              <a:t>This slide has to be display if FG2 = A13</a:t>
            </a:r>
          </a:p>
          <a:p>
            <a:r>
              <a:rPr lang="es-GT" b="1" i="1">
                <a:effectLst>
                  <a:outerShdw blurRad="38100" dist="38100" dir="2700000" algn="tl">
                    <a:srgbClr val="000000">
                      <a:alpha val="43137"/>
                    </a:srgbClr>
                  </a:outerShdw>
                </a:effectLst>
              </a:rPr>
              <a:t>The Agent must capture the TPV ID number in order to release the call</a:t>
            </a:r>
            <a:endParaRPr lang="en-US" b="1" i="1">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10</a:t>
            </a:fld>
            <a:endParaRPr lang="en-US"/>
          </a:p>
        </p:txBody>
      </p:sp>
    </p:spTree>
    <p:extLst>
      <p:ext uri="{BB962C8B-B14F-4D97-AF65-F5344CB8AC3E}">
        <p14:creationId xmlns:p14="http://schemas.microsoft.com/office/powerpoint/2010/main" val="2712140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GT" b="1" i="1">
              <a:effectLst>
                <a:outerShdw blurRad="38100" dist="38100" dir="2700000" algn="tl">
                  <a:srgbClr val="000000">
                    <a:alpha val="43137"/>
                  </a:srgbClr>
                </a:outerShdw>
              </a:effectLst>
            </a:endParaRPr>
          </a:p>
        </p:txBody>
      </p:sp>
      <p:sp>
        <p:nvSpPr>
          <p:cNvPr id="4" name="Marcador de número de diapositiva 3"/>
          <p:cNvSpPr>
            <a:spLocks noGrp="1"/>
          </p:cNvSpPr>
          <p:nvPr>
            <p:ph type="sldNum" sz="quarter" idx="5"/>
          </p:nvPr>
        </p:nvSpPr>
        <p:spPr/>
        <p:txBody>
          <a:bodyPr/>
          <a:lstStyle/>
          <a:p>
            <a:fld id="{74D10A9D-B9FD-4A17-9981-D0B32E704CE8}" type="slidenum">
              <a:rPr lang="en-US" smtClean="0"/>
              <a:t>11</a:t>
            </a:fld>
            <a:endParaRPr lang="en-US"/>
          </a:p>
        </p:txBody>
      </p:sp>
    </p:spTree>
    <p:extLst>
      <p:ext uri="{BB962C8B-B14F-4D97-AF65-F5344CB8AC3E}">
        <p14:creationId xmlns:p14="http://schemas.microsoft.com/office/powerpoint/2010/main" val="3389927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GT" err="1"/>
              <a:t>Please</a:t>
            </a:r>
            <a:r>
              <a:rPr lang="es-GT"/>
              <a:t> </a:t>
            </a:r>
            <a:r>
              <a:rPr lang="es-GT" err="1"/>
              <a:t>hide</a:t>
            </a:r>
            <a:r>
              <a:rPr lang="es-GT"/>
              <a:t> </a:t>
            </a:r>
            <a:r>
              <a:rPr lang="es-GT" err="1"/>
              <a:t>the</a:t>
            </a:r>
            <a:r>
              <a:rPr lang="es-GT"/>
              <a:t> transfer </a:t>
            </a:r>
            <a:r>
              <a:rPr lang="es-GT" err="1"/>
              <a:t>buttons</a:t>
            </a:r>
            <a:r>
              <a:rPr lang="es-GT"/>
              <a:t> and show after </a:t>
            </a:r>
            <a:r>
              <a:rPr lang="es-GT" err="1"/>
              <a:t>the</a:t>
            </a:r>
            <a:r>
              <a:rPr lang="es-GT"/>
              <a:t> </a:t>
            </a:r>
            <a:r>
              <a:rPr lang="es-GT" err="1"/>
              <a:t>agent</a:t>
            </a:r>
            <a:r>
              <a:rPr lang="es-GT"/>
              <a:t> </a:t>
            </a:r>
            <a:r>
              <a:rPr lang="es-GT" err="1"/>
              <a:t>press</a:t>
            </a:r>
            <a:r>
              <a:rPr lang="es-GT"/>
              <a:t> </a:t>
            </a:r>
            <a:r>
              <a:rPr lang="es-GT" err="1"/>
              <a:t>the</a:t>
            </a:r>
            <a:r>
              <a:rPr lang="es-GT"/>
              <a:t> </a:t>
            </a:r>
            <a:r>
              <a:rPr lang="es-GT" err="1"/>
              <a:t>warm</a:t>
            </a:r>
            <a:r>
              <a:rPr lang="es-GT"/>
              <a:t> </a:t>
            </a:r>
            <a:r>
              <a:rPr lang="es-GT" err="1"/>
              <a:t>or</a:t>
            </a:r>
            <a:r>
              <a:rPr lang="es-GT"/>
              <a:t> </a:t>
            </a:r>
            <a:r>
              <a:rPr lang="es-GT" err="1"/>
              <a:t>cold</a:t>
            </a:r>
            <a:r>
              <a:rPr lang="es-GT"/>
              <a:t> </a:t>
            </a:r>
            <a:r>
              <a:rPr lang="es-GT" err="1"/>
              <a:t>options</a:t>
            </a:r>
            <a:endParaRPr lang="es-GT"/>
          </a:p>
          <a:p>
            <a:r>
              <a:rPr lang="es-GT"/>
              <a:t>Transfer </a:t>
            </a:r>
            <a:r>
              <a:rPr lang="es-GT" err="1"/>
              <a:t>buttons</a:t>
            </a:r>
            <a:r>
              <a:rPr lang="es-GT"/>
              <a:t> has </a:t>
            </a:r>
            <a:r>
              <a:rPr lang="es-GT" err="1"/>
              <a:t>to</a:t>
            </a:r>
            <a:r>
              <a:rPr lang="es-GT"/>
              <a:t> </a:t>
            </a:r>
            <a:r>
              <a:rPr lang="es-GT" err="1"/>
              <a:t>perform</a:t>
            </a:r>
            <a:r>
              <a:rPr lang="es-GT"/>
              <a:t> </a:t>
            </a:r>
            <a:r>
              <a:rPr lang="es-GT" err="1"/>
              <a:t>the</a:t>
            </a:r>
            <a:r>
              <a:rPr lang="es-GT"/>
              <a:t> </a:t>
            </a:r>
            <a:r>
              <a:rPr lang="es-GT" err="1"/>
              <a:t>action</a:t>
            </a:r>
            <a:r>
              <a:rPr lang="es-GT"/>
              <a:t> </a:t>
            </a:r>
            <a:r>
              <a:rPr lang="es-GT" err="1"/>
              <a:t>depends</a:t>
            </a:r>
            <a:r>
              <a:rPr lang="es-GT"/>
              <a:t> </a:t>
            </a:r>
            <a:r>
              <a:rPr lang="es-GT" err="1"/>
              <a:t>the</a:t>
            </a:r>
            <a:r>
              <a:rPr lang="es-GT"/>
              <a:t> </a:t>
            </a:r>
            <a:r>
              <a:rPr lang="es-GT" err="1"/>
              <a:t>warm</a:t>
            </a:r>
            <a:r>
              <a:rPr lang="es-GT"/>
              <a:t> </a:t>
            </a:r>
            <a:r>
              <a:rPr lang="es-GT" err="1"/>
              <a:t>or</a:t>
            </a:r>
            <a:r>
              <a:rPr lang="es-GT"/>
              <a:t> </a:t>
            </a:r>
            <a:r>
              <a:rPr lang="es-GT" err="1"/>
              <a:t>cold</a:t>
            </a:r>
            <a:r>
              <a:rPr lang="es-GT"/>
              <a:t> </a:t>
            </a:r>
            <a:r>
              <a:rPr lang="es-GT" err="1"/>
              <a:t>options</a:t>
            </a:r>
            <a:r>
              <a:rPr lang="es-GT"/>
              <a:t> </a:t>
            </a:r>
            <a:r>
              <a:rPr lang="es-GT" err="1"/>
              <a:t>that</a:t>
            </a:r>
            <a:r>
              <a:rPr lang="es-GT"/>
              <a:t> </a:t>
            </a:r>
            <a:r>
              <a:rPr lang="es-GT" err="1"/>
              <a:t>the</a:t>
            </a:r>
            <a:r>
              <a:rPr lang="es-GT"/>
              <a:t> </a:t>
            </a:r>
            <a:r>
              <a:rPr lang="es-GT" err="1"/>
              <a:t>agent</a:t>
            </a:r>
            <a:r>
              <a:rPr lang="es-GT"/>
              <a:t> </a:t>
            </a:r>
            <a:r>
              <a:rPr lang="es-GT" err="1"/>
              <a:t>press</a:t>
            </a:r>
            <a:r>
              <a:rPr lang="es-GT"/>
              <a:t>.</a:t>
            </a:r>
          </a:p>
        </p:txBody>
      </p:sp>
      <p:sp>
        <p:nvSpPr>
          <p:cNvPr id="4" name="Slide Number Placeholder 3"/>
          <p:cNvSpPr>
            <a:spLocks noGrp="1"/>
          </p:cNvSpPr>
          <p:nvPr>
            <p:ph type="sldNum" sz="quarter" idx="5"/>
          </p:nvPr>
        </p:nvSpPr>
        <p:spPr/>
        <p:txBody>
          <a:bodyPr/>
          <a:lstStyle/>
          <a:p>
            <a:fld id="{186BF174-8316-4236-A668-9FB02A0047AA}" type="slidenum">
              <a:rPr lang="es-GT" smtClean="0"/>
              <a:t>14</a:t>
            </a:fld>
            <a:endParaRPr lang="es-GT"/>
          </a:p>
        </p:txBody>
      </p:sp>
    </p:spTree>
    <p:extLst>
      <p:ext uri="{BB962C8B-B14F-4D97-AF65-F5344CB8AC3E}">
        <p14:creationId xmlns:p14="http://schemas.microsoft.com/office/powerpoint/2010/main" val="3966460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1BC04-CECE-4AFE-8E2E-54F82755B6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GT"/>
          </a:p>
        </p:txBody>
      </p:sp>
      <p:sp>
        <p:nvSpPr>
          <p:cNvPr id="3" name="Subtitle 2">
            <a:extLst>
              <a:ext uri="{FF2B5EF4-FFF2-40B4-BE49-F238E27FC236}">
                <a16:creationId xmlns:a16="http://schemas.microsoft.com/office/drawing/2014/main" id="{C1248327-E913-4538-86CA-AE6B55A9D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GT"/>
          </a:p>
        </p:txBody>
      </p:sp>
      <p:sp>
        <p:nvSpPr>
          <p:cNvPr id="4" name="Date Placeholder 3">
            <a:extLst>
              <a:ext uri="{FF2B5EF4-FFF2-40B4-BE49-F238E27FC236}">
                <a16:creationId xmlns:a16="http://schemas.microsoft.com/office/drawing/2014/main" id="{63070A88-762E-46E2-87A8-ADB7B3FAAAFC}"/>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5" name="Footer Placeholder 4">
            <a:extLst>
              <a:ext uri="{FF2B5EF4-FFF2-40B4-BE49-F238E27FC236}">
                <a16:creationId xmlns:a16="http://schemas.microsoft.com/office/drawing/2014/main" id="{9146E3C3-283F-40DE-9B0E-A8336E95B6D3}"/>
              </a:ext>
            </a:extLst>
          </p:cNvPr>
          <p:cNvSpPr>
            <a:spLocks noGrp="1"/>
          </p:cNvSpPr>
          <p:nvPr>
            <p:ph type="ftr" sz="quarter" idx="11"/>
          </p:nvPr>
        </p:nvSpPr>
        <p:spPr/>
        <p:txBody>
          <a:bodyPr/>
          <a:lstStyle/>
          <a:p>
            <a:endParaRPr lang="es-GT"/>
          </a:p>
        </p:txBody>
      </p:sp>
      <p:sp>
        <p:nvSpPr>
          <p:cNvPr id="6" name="Slide Number Placeholder 5">
            <a:extLst>
              <a:ext uri="{FF2B5EF4-FFF2-40B4-BE49-F238E27FC236}">
                <a16:creationId xmlns:a16="http://schemas.microsoft.com/office/drawing/2014/main" id="{0FDE4693-65EB-4056-9FA8-1C1A0035C8A5}"/>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423657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8778D-85B8-4094-805C-6046FFCA468E}"/>
              </a:ext>
            </a:extLst>
          </p:cNvPr>
          <p:cNvSpPr>
            <a:spLocks noGrp="1"/>
          </p:cNvSpPr>
          <p:nvPr>
            <p:ph type="title"/>
          </p:nvPr>
        </p:nvSpPr>
        <p:spPr/>
        <p:txBody>
          <a:bodyPr/>
          <a:lstStyle/>
          <a:p>
            <a:r>
              <a:rPr lang="en-US"/>
              <a:t>Click to edit Master title style</a:t>
            </a:r>
            <a:endParaRPr lang="es-GT"/>
          </a:p>
        </p:txBody>
      </p:sp>
      <p:sp>
        <p:nvSpPr>
          <p:cNvPr id="3" name="Content Placeholder 2">
            <a:extLst>
              <a:ext uri="{FF2B5EF4-FFF2-40B4-BE49-F238E27FC236}">
                <a16:creationId xmlns:a16="http://schemas.microsoft.com/office/drawing/2014/main" id="{7CDEBC97-6E03-4FE9-BD26-D196AD5749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4" name="Date Placeholder 3">
            <a:extLst>
              <a:ext uri="{FF2B5EF4-FFF2-40B4-BE49-F238E27FC236}">
                <a16:creationId xmlns:a16="http://schemas.microsoft.com/office/drawing/2014/main" id="{1243DA72-2F4C-4F4B-9145-B0A37372990B}"/>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5" name="Footer Placeholder 4">
            <a:extLst>
              <a:ext uri="{FF2B5EF4-FFF2-40B4-BE49-F238E27FC236}">
                <a16:creationId xmlns:a16="http://schemas.microsoft.com/office/drawing/2014/main" id="{99B7F8F5-CA90-4210-B80D-B7755ADF60DD}"/>
              </a:ext>
            </a:extLst>
          </p:cNvPr>
          <p:cNvSpPr>
            <a:spLocks noGrp="1"/>
          </p:cNvSpPr>
          <p:nvPr>
            <p:ph type="ftr" sz="quarter" idx="11"/>
          </p:nvPr>
        </p:nvSpPr>
        <p:spPr/>
        <p:txBody>
          <a:bodyPr/>
          <a:lstStyle/>
          <a:p>
            <a:endParaRPr lang="es-GT"/>
          </a:p>
        </p:txBody>
      </p:sp>
      <p:sp>
        <p:nvSpPr>
          <p:cNvPr id="6" name="Slide Number Placeholder 5">
            <a:extLst>
              <a:ext uri="{FF2B5EF4-FFF2-40B4-BE49-F238E27FC236}">
                <a16:creationId xmlns:a16="http://schemas.microsoft.com/office/drawing/2014/main" id="{DCBCE9C2-4F86-4F0A-9D91-35D8D90DA1D0}"/>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3597344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9CCE0-52C8-47D1-A50F-4BFC73EAF3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GT"/>
          </a:p>
        </p:txBody>
      </p:sp>
      <p:sp>
        <p:nvSpPr>
          <p:cNvPr id="3" name="Text Placeholder 2">
            <a:extLst>
              <a:ext uri="{FF2B5EF4-FFF2-40B4-BE49-F238E27FC236}">
                <a16:creationId xmlns:a16="http://schemas.microsoft.com/office/drawing/2014/main" id="{507D10BB-4992-4A13-8E26-C01C87872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ABC7CC-7768-4DD1-91B2-73F4DB21C802}"/>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5" name="Footer Placeholder 4">
            <a:extLst>
              <a:ext uri="{FF2B5EF4-FFF2-40B4-BE49-F238E27FC236}">
                <a16:creationId xmlns:a16="http://schemas.microsoft.com/office/drawing/2014/main" id="{0123BADB-E286-4A2E-8831-D6E269C070BF}"/>
              </a:ext>
            </a:extLst>
          </p:cNvPr>
          <p:cNvSpPr>
            <a:spLocks noGrp="1"/>
          </p:cNvSpPr>
          <p:nvPr>
            <p:ph type="ftr" sz="quarter" idx="11"/>
          </p:nvPr>
        </p:nvSpPr>
        <p:spPr/>
        <p:txBody>
          <a:bodyPr/>
          <a:lstStyle/>
          <a:p>
            <a:endParaRPr lang="es-GT"/>
          </a:p>
        </p:txBody>
      </p:sp>
      <p:sp>
        <p:nvSpPr>
          <p:cNvPr id="6" name="Slide Number Placeholder 5">
            <a:extLst>
              <a:ext uri="{FF2B5EF4-FFF2-40B4-BE49-F238E27FC236}">
                <a16:creationId xmlns:a16="http://schemas.microsoft.com/office/drawing/2014/main" id="{C50FDC9E-DF51-4D7F-8430-32E41D2315CB}"/>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3100517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44545-8CB8-4EBC-85D5-A18B29EC6DE0}"/>
              </a:ext>
            </a:extLst>
          </p:cNvPr>
          <p:cNvSpPr>
            <a:spLocks noGrp="1"/>
          </p:cNvSpPr>
          <p:nvPr>
            <p:ph type="title"/>
          </p:nvPr>
        </p:nvSpPr>
        <p:spPr/>
        <p:txBody>
          <a:bodyPr/>
          <a:lstStyle/>
          <a:p>
            <a:r>
              <a:rPr lang="en-US"/>
              <a:t>Click to edit Master title style</a:t>
            </a:r>
            <a:endParaRPr lang="es-GT"/>
          </a:p>
        </p:txBody>
      </p:sp>
      <p:sp>
        <p:nvSpPr>
          <p:cNvPr id="3" name="Content Placeholder 2">
            <a:extLst>
              <a:ext uri="{FF2B5EF4-FFF2-40B4-BE49-F238E27FC236}">
                <a16:creationId xmlns:a16="http://schemas.microsoft.com/office/drawing/2014/main" id="{C6E34597-6C3E-4C6C-947E-3A279A8AE1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4" name="Content Placeholder 3">
            <a:extLst>
              <a:ext uri="{FF2B5EF4-FFF2-40B4-BE49-F238E27FC236}">
                <a16:creationId xmlns:a16="http://schemas.microsoft.com/office/drawing/2014/main" id="{1AD39D9C-8DB9-4BF6-BCD0-0FA4DB861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5" name="Date Placeholder 4">
            <a:extLst>
              <a:ext uri="{FF2B5EF4-FFF2-40B4-BE49-F238E27FC236}">
                <a16:creationId xmlns:a16="http://schemas.microsoft.com/office/drawing/2014/main" id="{6715E835-C070-47C8-B2AE-43223CC0E59E}"/>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6" name="Footer Placeholder 5">
            <a:extLst>
              <a:ext uri="{FF2B5EF4-FFF2-40B4-BE49-F238E27FC236}">
                <a16:creationId xmlns:a16="http://schemas.microsoft.com/office/drawing/2014/main" id="{EEB9AEF1-CA1C-4347-9416-53D04C9EB42D}"/>
              </a:ext>
            </a:extLst>
          </p:cNvPr>
          <p:cNvSpPr>
            <a:spLocks noGrp="1"/>
          </p:cNvSpPr>
          <p:nvPr>
            <p:ph type="ftr" sz="quarter" idx="11"/>
          </p:nvPr>
        </p:nvSpPr>
        <p:spPr/>
        <p:txBody>
          <a:bodyPr/>
          <a:lstStyle/>
          <a:p>
            <a:endParaRPr lang="es-GT"/>
          </a:p>
        </p:txBody>
      </p:sp>
      <p:sp>
        <p:nvSpPr>
          <p:cNvPr id="7" name="Slide Number Placeholder 6">
            <a:extLst>
              <a:ext uri="{FF2B5EF4-FFF2-40B4-BE49-F238E27FC236}">
                <a16:creationId xmlns:a16="http://schemas.microsoft.com/office/drawing/2014/main" id="{6CA3E5A5-F399-4286-AEE2-2326BE0851F8}"/>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3293658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5604-3C36-42E7-860C-41E0BB93FF42}"/>
              </a:ext>
            </a:extLst>
          </p:cNvPr>
          <p:cNvSpPr>
            <a:spLocks noGrp="1"/>
          </p:cNvSpPr>
          <p:nvPr>
            <p:ph type="title"/>
          </p:nvPr>
        </p:nvSpPr>
        <p:spPr>
          <a:xfrm>
            <a:off x="839788" y="365125"/>
            <a:ext cx="10515600" cy="1325563"/>
          </a:xfrm>
        </p:spPr>
        <p:txBody>
          <a:bodyPr/>
          <a:lstStyle/>
          <a:p>
            <a:r>
              <a:rPr lang="en-US"/>
              <a:t>Click to edit Master title style</a:t>
            </a:r>
            <a:endParaRPr lang="es-GT"/>
          </a:p>
        </p:txBody>
      </p:sp>
      <p:sp>
        <p:nvSpPr>
          <p:cNvPr id="3" name="Text Placeholder 2">
            <a:extLst>
              <a:ext uri="{FF2B5EF4-FFF2-40B4-BE49-F238E27FC236}">
                <a16:creationId xmlns:a16="http://schemas.microsoft.com/office/drawing/2014/main" id="{D2C45927-F2AE-44EE-A290-676816A211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339055-8A0C-4F65-8556-D9324F58CF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5" name="Text Placeholder 4">
            <a:extLst>
              <a:ext uri="{FF2B5EF4-FFF2-40B4-BE49-F238E27FC236}">
                <a16:creationId xmlns:a16="http://schemas.microsoft.com/office/drawing/2014/main" id="{EC1F0F01-7C13-4124-905B-EC22C16CC7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44E8D4-E3E3-4792-A852-40B3FDA0BC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7" name="Date Placeholder 6">
            <a:extLst>
              <a:ext uri="{FF2B5EF4-FFF2-40B4-BE49-F238E27FC236}">
                <a16:creationId xmlns:a16="http://schemas.microsoft.com/office/drawing/2014/main" id="{BDA68D97-08EE-47DA-B453-593EC682E569}"/>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8" name="Footer Placeholder 7">
            <a:extLst>
              <a:ext uri="{FF2B5EF4-FFF2-40B4-BE49-F238E27FC236}">
                <a16:creationId xmlns:a16="http://schemas.microsoft.com/office/drawing/2014/main" id="{071FE22D-BC14-4F72-9316-B346B80F86B0}"/>
              </a:ext>
            </a:extLst>
          </p:cNvPr>
          <p:cNvSpPr>
            <a:spLocks noGrp="1"/>
          </p:cNvSpPr>
          <p:nvPr>
            <p:ph type="ftr" sz="quarter" idx="11"/>
          </p:nvPr>
        </p:nvSpPr>
        <p:spPr/>
        <p:txBody>
          <a:bodyPr/>
          <a:lstStyle/>
          <a:p>
            <a:endParaRPr lang="es-GT"/>
          </a:p>
        </p:txBody>
      </p:sp>
      <p:sp>
        <p:nvSpPr>
          <p:cNvPr id="9" name="Slide Number Placeholder 8">
            <a:extLst>
              <a:ext uri="{FF2B5EF4-FFF2-40B4-BE49-F238E27FC236}">
                <a16:creationId xmlns:a16="http://schemas.microsoft.com/office/drawing/2014/main" id="{7F5A9EC9-7E3D-4466-95D5-F4F4B3F2536C}"/>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3043225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176DD-91CB-4045-BE5E-EC7A3E28BB4E}"/>
              </a:ext>
            </a:extLst>
          </p:cNvPr>
          <p:cNvSpPr>
            <a:spLocks noGrp="1"/>
          </p:cNvSpPr>
          <p:nvPr>
            <p:ph type="title"/>
          </p:nvPr>
        </p:nvSpPr>
        <p:spPr/>
        <p:txBody>
          <a:bodyPr/>
          <a:lstStyle/>
          <a:p>
            <a:r>
              <a:rPr lang="en-US"/>
              <a:t>Click to edit Master title style</a:t>
            </a:r>
            <a:endParaRPr lang="es-GT"/>
          </a:p>
        </p:txBody>
      </p:sp>
      <p:sp>
        <p:nvSpPr>
          <p:cNvPr id="3" name="Date Placeholder 2">
            <a:extLst>
              <a:ext uri="{FF2B5EF4-FFF2-40B4-BE49-F238E27FC236}">
                <a16:creationId xmlns:a16="http://schemas.microsoft.com/office/drawing/2014/main" id="{0EA11B40-A6CD-49DB-8DA9-0296A222A61B}"/>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4" name="Footer Placeholder 3">
            <a:extLst>
              <a:ext uri="{FF2B5EF4-FFF2-40B4-BE49-F238E27FC236}">
                <a16:creationId xmlns:a16="http://schemas.microsoft.com/office/drawing/2014/main" id="{8E640997-C03F-4631-A643-267F1027C392}"/>
              </a:ext>
            </a:extLst>
          </p:cNvPr>
          <p:cNvSpPr>
            <a:spLocks noGrp="1"/>
          </p:cNvSpPr>
          <p:nvPr>
            <p:ph type="ftr" sz="quarter" idx="11"/>
          </p:nvPr>
        </p:nvSpPr>
        <p:spPr/>
        <p:txBody>
          <a:bodyPr/>
          <a:lstStyle/>
          <a:p>
            <a:endParaRPr lang="es-GT"/>
          </a:p>
        </p:txBody>
      </p:sp>
      <p:sp>
        <p:nvSpPr>
          <p:cNvPr id="5" name="Slide Number Placeholder 4">
            <a:extLst>
              <a:ext uri="{FF2B5EF4-FFF2-40B4-BE49-F238E27FC236}">
                <a16:creationId xmlns:a16="http://schemas.microsoft.com/office/drawing/2014/main" id="{A73DA475-3030-4C1F-BBC6-6C8F46B26FF1}"/>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757746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FD7F1F-05C3-463E-94E6-0009B4CB1C4F}"/>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3" name="Footer Placeholder 2">
            <a:extLst>
              <a:ext uri="{FF2B5EF4-FFF2-40B4-BE49-F238E27FC236}">
                <a16:creationId xmlns:a16="http://schemas.microsoft.com/office/drawing/2014/main" id="{120793A4-E4F9-4E3C-A97E-CAE59F724850}"/>
              </a:ext>
            </a:extLst>
          </p:cNvPr>
          <p:cNvSpPr>
            <a:spLocks noGrp="1"/>
          </p:cNvSpPr>
          <p:nvPr>
            <p:ph type="ftr" sz="quarter" idx="11"/>
          </p:nvPr>
        </p:nvSpPr>
        <p:spPr/>
        <p:txBody>
          <a:bodyPr/>
          <a:lstStyle/>
          <a:p>
            <a:endParaRPr lang="es-GT"/>
          </a:p>
        </p:txBody>
      </p:sp>
      <p:sp>
        <p:nvSpPr>
          <p:cNvPr id="4" name="Slide Number Placeholder 3">
            <a:extLst>
              <a:ext uri="{FF2B5EF4-FFF2-40B4-BE49-F238E27FC236}">
                <a16:creationId xmlns:a16="http://schemas.microsoft.com/office/drawing/2014/main" id="{CDE22E97-8358-4398-AB8C-0FA88BF2857C}"/>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39668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F04D1-5064-4039-BF10-F4BB9901DC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GT"/>
          </a:p>
        </p:txBody>
      </p:sp>
      <p:sp>
        <p:nvSpPr>
          <p:cNvPr id="3" name="Content Placeholder 2">
            <a:extLst>
              <a:ext uri="{FF2B5EF4-FFF2-40B4-BE49-F238E27FC236}">
                <a16:creationId xmlns:a16="http://schemas.microsoft.com/office/drawing/2014/main" id="{14C85C42-5AD8-4F2E-B623-62BD7EDDBC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4" name="Text Placeholder 3">
            <a:extLst>
              <a:ext uri="{FF2B5EF4-FFF2-40B4-BE49-F238E27FC236}">
                <a16:creationId xmlns:a16="http://schemas.microsoft.com/office/drawing/2014/main" id="{2797067B-507B-4953-8EF4-8BA67FCFDE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DE2632-3257-4399-9688-16EC58FE48DB}"/>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6" name="Footer Placeholder 5">
            <a:extLst>
              <a:ext uri="{FF2B5EF4-FFF2-40B4-BE49-F238E27FC236}">
                <a16:creationId xmlns:a16="http://schemas.microsoft.com/office/drawing/2014/main" id="{C26F0760-3B9C-47DD-A334-93BD4833EF17}"/>
              </a:ext>
            </a:extLst>
          </p:cNvPr>
          <p:cNvSpPr>
            <a:spLocks noGrp="1"/>
          </p:cNvSpPr>
          <p:nvPr>
            <p:ph type="ftr" sz="quarter" idx="11"/>
          </p:nvPr>
        </p:nvSpPr>
        <p:spPr/>
        <p:txBody>
          <a:bodyPr/>
          <a:lstStyle/>
          <a:p>
            <a:endParaRPr lang="es-GT"/>
          </a:p>
        </p:txBody>
      </p:sp>
      <p:sp>
        <p:nvSpPr>
          <p:cNvPr id="7" name="Slide Number Placeholder 6">
            <a:extLst>
              <a:ext uri="{FF2B5EF4-FFF2-40B4-BE49-F238E27FC236}">
                <a16:creationId xmlns:a16="http://schemas.microsoft.com/office/drawing/2014/main" id="{4E516C05-24E6-400C-84CE-7E74929ADB20}"/>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3429185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8721C-E9E8-46FA-9284-E49AC8F4D1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GT"/>
          </a:p>
        </p:txBody>
      </p:sp>
      <p:sp>
        <p:nvSpPr>
          <p:cNvPr id="3" name="Picture Placeholder 2">
            <a:extLst>
              <a:ext uri="{FF2B5EF4-FFF2-40B4-BE49-F238E27FC236}">
                <a16:creationId xmlns:a16="http://schemas.microsoft.com/office/drawing/2014/main" id="{7A96FB10-9B4E-4F7A-9BB0-7F3BAAAA6E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GT"/>
          </a:p>
        </p:txBody>
      </p:sp>
      <p:sp>
        <p:nvSpPr>
          <p:cNvPr id="4" name="Text Placeholder 3">
            <a:extLst>
              <a:ext uri="{FF2B5EF4-FFF2-40B4-BE49-F238E27FC236}">
                <a16:creationId xmlns:a16="http://schemas.microsoft.com/office/drawing/2014/main" id="{94B3469B-E951-4563-90A1-8F7AD48C77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88D582-86BA-4868-A011-16D9B59745A2}"/>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6" name="Footer Placeholder 5">
            <a:extLst>
              <a:ext uri="{FF2B5EF4-FFF2-40B4-BE49-F238E27FC236}">
                <a16:creationId xmlns:a16="http://schemas.microsoft.com/office/drawing/2014/main" id="{5FD52BC5-E6DB-4974-87C3-360A0C16C5BC}"/>
              </a:ext>
            </a:extLst>
          </p:cNvPr>
          <p:cNvSpPr>
            <a:spLocks noGrp="1"/>
          </p:cNvSpPr>
          <p:nvPr>
            <p:ph type="ftr" sz="quarter" idx="11"/>
          </p:nvPr>
        </p:nvSpPr>
        <p:spPr/>
        <p:txBody>
          <a:bodyPr/>
          <a:lstStyle/>
          <a:p>
            <a:endParaRPr lang="es-GT"/>
          </a:p>
        </p:txBody>
      </p:sp>
      <p:sp>
        <p:nvSpPr>
          <p:cNvPr id="7" name="Slide Number Placeholder 6">
            <a:extLst>
              <a:ext uri="{FF2B5EF4-FFF2-40B4-BE49-F238E27FC236}">
                <a16:creationId xmlns:a16="http://schemas.microsoft.com/office/drawing/2014/main" id="{9538634B-E956-4B6C-BCB4-6F45B50F268A}"/>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2339122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F477C-6BEB-4449-B403-819E64E3223A}"/>
              </a:ext>
            </a:extLst>
          </p:cNvPr>
          <p:cNvSpPr>
            <a:spLocks noGrp="1"/>
          </p:cNvSpPr>
          <p:nvPr>
            <p:ph type="title"/>
          </p:nvPr>
        </p:nvSpPr>
        <p:spPr/>
        <p:txBody>
          <a:bodyPr/>
          <a:lstStyle/>
          <a:p>
            <a:r>
              <a:rPr lang="en-US"/>
              <a:t>Click to edit Master title style</a:t>
            </a:r>
            <a:endParaRPr lang="es-GT"/>
          </a:p>
        </p:txBody>
      </p:sp>
      <p:sp>
        <p:nvSpPr>
          <p:cNvPr id="3" name="Vertical Text Placeholder 2">
            <a:extLst>
              <a:ext uri="{FF2B5EF4-FFF2-40B4-BE49-F238E27FC236}">
                <a16:creationId xmlns:a16="http://schemas.microsoft.com/office/drawing/2014/main" id="{BA29802E-9552-41E5-B130-6A22845904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4" name="Date Placeholder 3">
            <a:extLst>
              <a:ext uri="{FF2B5EF4-FFF2-40B4-BE49-F238E27FC236}">
                <a16:creationId xmlns:a16="http://schemas.microsoft.com/office/drawing/2014/main" id="{9CB8D122-2BE1-4D5A-8D5A-5C02D2A55E64}"/>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5" name="Footer Placeholder 4">
            <a:extLst>
              <a:ext uri="{FF2B5EF4-FFF2-40B4-BE49-F238E27FC236}">
                <a16:creationId xmlns:a16="http://schemas.microsoft.com/office/drawing/2014/main" id="{F0CE059B-540B-4E85-8A08-A7410CEA00E0}"/>
              </a:ext>
            </a:extLst>
          </p:cNvPr>
          <p:cNvSpPr>
            <a:spLocks noGrp="1"/>
          </p:cNvSpPr>
          <p:nvPr>
            <p:ph type="ftr" sz="quarter" idx="11"/>
          </p:nvPr>
        </p:nvSpPr>
        <p:spPr/>
        <p:txBody>
          <a:bodyPr/>
          <a:lstStyle/>
          <a:p>
            <a:endParaRPr lang="es-GT"/>
          </a:p>
        </p:txBody>
      </p:sp>
      <p:sp>
        <p:nvSpPr>
          <p:cNvPr id="6" name="Slide Number Placeholder 5">
            <a:extLst>
              <a:ext uri="{FF2B5EF4-FFF2-40B4-BE49-F238E27FC236}">
                <a16:creationId xmlns:a16="http://schemas.microsoft.com/office/drawing/2014/main" id="{5A1A1013-B0C9-49BE-B05B-88B7F7A1F472}"/>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269917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B28F90-FB97-4DBD-9AE7-1968A682BB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GT"/>
          </a:p>
        </p:txBody>
      </p:sp>
      <p:sp>
        <p:nvSpPr>
          <p:cNvPr id="3" name="Vertical Text Placeholder 2">
            <a:extLst>
              <a:ext uri="{FF2B5EF4-FFF2-40B4-BE49-F238E27FC236}">
                <a16:creationId xmlns:a16="http://schemas.microsoft.com/office/drawing/2014/main" id="{2E2F4B0A-D241-4A16-910D-6C10763343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4" name="Date Placeholder 3">
            <a:extLst>
              <a:ext uri="{FF2B5EF4-FFF2-40B4-BE49-F238E27FC236}">
                <a16:creationId xmlns:a16="http://schemas.microsoft.com/office/drawing/2014/main" id="{F0EF54F9-1B47-4902-859D-B67840B2B126}"/>
              </a:ext>
            </a:extLst>
          </p:cNvPr>
          <p:cNvSpPr>
            <a:spLocks noGrp="1"/>
          </p:cNvSpPr>
          <p:nvPr>
            <p:ph type="dt" sz="half" idx="10"/>
          </p:nvPr>
        </p:nvSpPr>
        <p:spPr/>
        <p:txBody>
          <a:bodyPr/>
          <a:lstStyle/>
          <a:p>
            <a:fld id="{CE5F67FA-03F2-4192-B418-C9EC7E89FE70}" type="datetimeFigureOut">
              <a:rPr lang="es-GT" smtClean="0"/>
              <a:t>15/06/2020</a:t>
            </a:fld>
            <a:endParaRPr lang="es-GT"/>
          </a:p>
        </p:txBody>
      </p:sp>
      <p:sp>
        <p:nvSpPr>
          <p:cNvPr id="5" name="Footer Placeholder 4">
            <a:extLst>
              <a:ext uri="{FF2B5EF4-FFF2-40B4-BE49-F238E27FC236}">
                <a16:creationId xmlns:a16="http://schemas.microsoft.com/office/drawing/2014/main" id="{FAAACCB3-047E-4CD3-8F70-D4C08ADFAFDF}"/>
              </a:ext>
            </a:extLst>
          </p:cNvPr>
          <p:cNvSpPr>
            <a:spLocks noGrp="1"/>
          </p:cNvSpPr>
          <p:nvPr>
            <p:ph type="ftr" sz="quarter" idx="11"/>
          </p:nvPr>
        </p:nvSpPr>
        <p:spPr/>
        <p:txBody>
          <a:bodyPr/>
          <a:lstStyle/>
          <a:p>
            <a:endParaRPr lang="es-GT"/>
          </a:p>
        </p:txBody>
      </p:sp>
      <p:sp>
        <p:nvSpPr>
          <p:cNvPr id="6" name="Slide Number Placeholder 5">
            <a:extLst>
              <a:ext uri="{FF2B5EF4-FFF2-40B4-BE49-F238E27FC236}">
                <a16:creationId xmlns:a16="http://schemas.microsoft.com/office/drawing/2014/main" id="{F8D56F5B-D10F-49FF-8037-50D971E9A4EB}"/>
              </a:ext>
            </a:extLst>
          </p:cNvPr>
          <p:cNvSpPr>
            <a:spLocks noGrp="1"/>
          </p:cNvSpPr>
          <p:nvPr>
            <p:ph type="sldNum" sz="quarter" idx="12"/>
          </p:nvPr>
        </p:nvSpPr>
        <p:spPr/>
        <p:txBody>
          <a:bodyPr/>
          <a:lstStyle/>
          <a:p>
            <a:fld id="{03900408-087A-4D42-985D-1C992350E158}" type="slidenum">
              <a:rPr lang="es-GT" smtClean="0"/>
              <a:t>‹#›</a:t>
            </a:fld>
            <a:endParaRPr lang="es-GT"/>
          </a:p>
        </p:txBody>
      </p:sp>
    </p:spTree>
    <p:extLst>
      <p:ext uri="{BB962C8B-B14F-4D97-AF65-F5344CB8AC3E}">
        <p14:creationId xmlns:p14="http://schemas.microsoft.com/office/powerpoint/2010/main" val="3262267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9F074E-DC71-4EF9-B49C-62B6E4F0DB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GT"/>
          </a:p>
        </p:txBody>
      </p:sp>
      <p:sp>
        <p:nvSpPr>
          <p:cNvPr id="3" name="Text Placeholder 2">
            <a:extLst>
              <a:ext uri="{FF2B5EF4-FFF2-40B4-BE49-F238E27FC236}">
                <a16:creationId xmlns:a16="http://schemas.microsoft.com/office/drawing/2014/main" id="{8EBFE160-4150-441F-A4AC-34B3DEA22F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GT"/>
          </a:p>
        </p:txBody>
      </p:sp>
      <p:sp>
        <p:nvSpPr>
          <p:cNvPr id="4" name="Date Placeholder 3">
            <a:extLst>
              <a:ext uri="{FF2B5EF4-FFF2-40B4-BE49-F238E27FC236}">
                <a16:creationId xmlns:a16="http://schemas.microsoft.com/office/drawing/2014/main" id="{23C2736E-8D43-4608-9BB9-9C2326C10A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5F67FA-03F2-4192-B418-C9EC7E89FE70}" type="datetimeFigureOut">
              <a:rPr lang="es-GT" smtClean="0"/>
              <a:t>15/06/2020</a:t>
            </a:fld>
            <a:endParaRPr lang="es-GT"/>
          </a:p>
        </p:txBody>
      </p:sp>
      <p:sp>
        <p:nvSpPr>
          <p:cNvPr id="5" name="Footer Placeholder 4">
            <a:extLst>
              <a:ext uri="{FF2B5EF4-FFF2-40B4-BE49-F238E27FC236}">
                <a16:creationId xmlns:a16="http://schemas.microsoft.com/office/drawing/2014/main" id="{10BBDDFF-2B7C-4444-8F3E-98D454F0CA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GT"/>
          </a:p>
        </p:txBody>
      </p:sp>
      <p:sp>
        <p:nvSpPr>
          <p:cNvPr id="6" name="Slide Number Placeholder 5">
            <a:extLst>
              <a:ext uri="{FF2B5EF4-FFF2-40B4-BE49-F238E27FC236}">
                <a16:creationId xmlns:a16="http://schemas.microsoft.com/office/drawing/2014/main" id="{842342D9-F8AF-4236-A836-1E6EA1E562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900408-087A-4D42-985D-1C992350E158}" type="slidenum">
              <a:rPr lang="es-GT" smtClean="0"/>
              <a:t>‹#›</a:t>
            </a:fld>
            <a:endParaRPr lang="es-GT"/>
          </a:p>
        </p:txBody>
      </p:sp>
    </p:spTree>
    <p:extLst>
      <p:ext uri="{BB962C8B-B14F-4D97-AF65-F5344CB8AC3E}">
        <p14:creationId xmlns:p14="http://schemas.microsoft.com/office/powerpoint/2010/main" val="3131211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omments" Target="../comments/comment4.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641CB-A576-4256-B18D-423CB7D893FC}"/>
              </a:ext>
            </a:extLst>
          </p:cNvPr>
          <p:cNvSpPr>
            <a:spLocks noGrp="1"/>
          </p:cNvSpPr>
          <p:nvPr>
            <p:ph type="ctrTitle"/>
          </p:nvPr>
        </p:nvSpPr>
        <p:spPr/>
        <p:txBody>
          <a:bodyPr/>
          <a:lstStyle/>
          <a:p>
            <a:r>
              <a:rPr lang="en-US"/>
              <a:t>Ohio - Cincinnati Bell - A13 </a:t>
            </a:r>
            <a:endParaRPr lang="es-GT"/>
          </a:p>
        </p:txBody>
      </p:sp>
    </p:spTree>
    <p:extLst>
      <p:ext uri="{BB962C8B-B14F-4D97-AF65-F5344CB8AC3E}">
        <p14:creationId xmlns:p14="http://schemas.microsoft.com/office/powerpoint/2010/main" val="358576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348175" y="1966325"/>
            <a:ext cx="11495650" cy="1200329"/>
          </a:xfrm>
          <a:prstGeom prst="rect">
            <a:avLst/>
          </a:prstGeom>
          <a:noFill/>
          <a:ln>
            <a:solidFill>
              <a:schemeClr val="tx1"/>
            </a:solidFill>
          </a:ln>
        </p:spPr>
        <p:txBody>
          <a:bodyPr wrap="square" rtlCol="0">
            <a:spAutoFit/>
          </a:bodyPr>
          <a:lstStyle/>
          <a:p>
            <a:pPr algn="just"/>
            <a:r>
              <a:rPr lang="en-US" b="1" dirty="0">
                <a:solidFill>
                  <a:srgbClr val="00B0F0"/>
                </a:solidFill>
                <a:latin typeface="Arial" panose="020B0604020202020204" pitchFamily="34" charset="0"/>
                <a:cs typeface="Arial" panose="020B0604020202020204" pitchFamily="34" charset="0"/>
              </a:rPr>
              <a:t>The reason I’m calling is because we noticed that you were removed from our program.</a:t>
            </a:r>
            <a:r>
              <a:rPr lang="en-US" dirty="0">
                <a:solidFill>
                  <a:sysClr val="windowText" lastClr="000000"/>
                </a:solidFill>
                <a:latin typeface="Arial" panose="020B0604020202020204" pitchFamily="34" charset="0"/>
                <a:cs typeface="Arial" panose="020B0604020202020204" pitchFamily="34" charset="0"/>
              </a:rPr>
              <a:t> You were on this program dating back to [Original Promo Year]. </a:t>
            </a:r>
            <a:r>
              <a:rPr lang="en-US" b="1" dirty="0">
                <a:solidFill>
                  <a:srgbClr val="00B0F0"/>
                </a:solidFill>
                <a:latin typeface="Arial" panose="020B0604020202020204" pitchFamily="34" charset="0"/>
                <a:cs typeface="Arial" panose="020B0604020202020204" pitchFamily="34" charset="0"/>
              </a:rPr>
              <a:t>Did you authorize anyone to remove you from that program or are you no longer with Cincinnati Bell?</a:t>
            </a:r>
          </a:p>
          <a:p>
            <a:pPr algn="just"/>
            <a:endParaRPr lang="en-US" dirty="0">
              <a:solidFill>
                <a:sysClr val="windowText" lastClr="000000"/>
              </a:solidFill>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3C511622-D2E1-4618-BA19-CD13882A5BE1}"/>
              </a:ext>
            </a:extLst>
          </p:cNvPr>
          <p:cNvSpPr/>
          <p:nvPr/>
        </p:nvSpPr>
        <p:spPr>
          <a:xfrm>
            <a:off x="181688" y="6246401"/>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Transfer</a:t>
            </a:r>
          </a:p>
        </p:txBody>
      </p:sp>
      <p:sp>
        <p:nvSpPr>
          <p:cNvPr id="14" name="Rectángulo 13">
            <a:extLst>
              <a:ext uri="{FF2B5EF4-FFF2-40B4-BE49-F238E27FC236}">
                <a16:creationId xmlns:a16="http://schemas.microsoft.com/office/drawing/2014/main" id="{500FBC82-A3AC-4646-98D1-51B98E4BEF58}"/>
              </a:ext>
            </a:extLst>
          </p:cNvPr>
          <p:cNvSpPr/>
          <p:nvPr/>
        </p:nvSpPr>
        <p:spPr>
          <a:xfrm>
            <a:off x="1853262"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DNC </a:t>
            </a:r>
            <a:r>
              <a:rPr lang="es-GT" dirty="0" err="1">
                <a:solidFill>
                  <a:schemeClr val="tx1"/>
                </a:solidFill>
                <a:latin typeface="Arial" panose="020B0604020202020204" pitchFamily="34" charset="0"/>
                <a:cs typeface="Arial" panose="020B0604020202020204" pitchFamily="34" charset="0"/>
              </a:rPr>
              <a:t>Request</a:t>
            </a:r>
            <a:endParaRPr lang="es-GT" dirty="0">
              <a:solidFill>
                <a:schemeClr val="tx1"/>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B9BFB3A6-0AC2-42EC-8C04-D885D73AF4F5}"/>
              </a:ext>
            </a:extLst>
          </p:cNvPr>
          <p:cNvSpPr/>
          <p:nvPr/>
        </p:nvSpPr>
        <p:spPr>
          <a:xfrm>
            <a:off x="3431347"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err="1">
                <a:solidFill>
                  <a:schemeClr val="tx1"/>
                </a:solidFill>
                <a:latin typeface="Arial" panose="020B0604020202020204" pitchFamily="34" charset="0"/>
                <a:cs typeface="Arial" panose="020B0604020202020204" pitchFamily="34" charset="0"/>
              </a:rPr>
              <a:t>Call</a:t>
            </a:r>
            <a:r>
              <a:rPr lang="es-GT" dirty="0">
                <a:solidFill>
                  <a:schemeClr val="tx1"/>
                </a:solidFill>
                <a:latin typeface="Arial" panose="020B0604020202020204" pitchFamily="34" charset="0"/>
                <a:cs typeface="Arial" panose="020B0604020202020204" pitchFamily="34" charset="0"/>
              </a:rPr>
              <a:t> Back</a:t>
            </a:r>
          </a:p>
        </p:txBody>
      </p:sp>
      <p:sp>
        <p:nvSpPr>
          <p:cNvPr id="20" name="Rectángulo 19">
            <a:extLst>
              <a:ext uri="{FF2B5EF4-FFF2-40B4-BE49-F238E27FC236}">
                <a16:creationId xmlns:a16="http://schemas.microsoft.com/office/drawing/2014/main" id="{44691D03-A9F3-4811-8E0E-79B812B85DB3}"/>
              </a:ext>
            </a:extLst>
          </p:cNvPr>
          <p:cNvSpPr/>
          <p:nvPr/>
        </p:nvSpPr>
        <p:spPr>
          <a:xfrm>
            <a:off x="5076680" y="6232566"/>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No Sale </a:t>
            </a:r>
            <a:r>
              <a:rPr lang="es-GT" dirty="0" err="1">
                <a:solidFill>
                  <a:schemeClr val="tx1"/>
                </a:solidFill>
                <a:latin typeface="Arial" panose="020B0604020202020204" pitchFamily="34" charset="0"/>
                <a:cs typeface="Arial" panose="020B0604020202020204" pitchFamily="34" charset="0"/>
              </a:rPr>
              <a:t>Close</a:t>
            </a:r>
            <a:endParaRPr lang="es-GT" dirty="0">
              <a:solidFill>
                <a:schemeClr val="tx1"/>
              </a:solidFill>
              <a:latin typeface="Arial" panose="020B0604020202020204" pitchFamily="34" charset="0"/>
              <a:cs typeface="Arial" panose="020B0604020202020204" pitchFamily="34" charset="0"/>
            </a:endParaRPr>
          </a:p>
        </p:txBody>
      </p:sp>
      <p:sp>
        <p:nvSpPr>
          <p:cNvPr id="22" name="Rectángulo 21">
            <a:extLst>
              <a:ext uri="{FF2B5EF4-FFF2-40B4-BE49-F238E27FC236}">
                <a16:creationId xmlns:a16="http://schemas.microsoft.com/office/drawing/2014/main" id="{DD8F6038-7FEF-4FAD-9C2D-47B8C2BCF7AD}"/>
              </a:ext>
            </a:extLst>
          </p:cNvPr>
          <p:cNvSpPr/>
          <p:nvPr/>
        </p:nvSpPr>
        <p:spPr>
          <a:xfrm>
            <a:off x="10534949"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Continue</a:t>
            </a:r>
            <a:endParaRPr lang="es-GT" dirty="0">
              <a:solidFill>
                <a:schemeClr val="tx1"/>
              </a:solidFill>
              <a:latin typeface="Arial" panose="020B0604020202020204" pitchFamily="34" charset="0"/>
              <a:cs typeface="Arial" panose="020B0604020202020204" pitchFamily="34" charset="0"/>
            </a:endParaRPr>
          </a:p>
        </p:txBody>
      </p:sp>
      <p:sp>
        <p:nvSpPr>
          <p:cNvPr id="25" name="Rectángulo 5">
            <a:extLst>
              <a:ext uri="{FF2B5EF4-FFF2-40B4-BE49-F238E27FC236}">
                <a16:creationId xmlns:a16="http://schemas.microsoft.com/office/drawing/2014/main" id="{1DEB1492-FD9E-44FD-83E8-978B014C2952}"/>
              </a:ext>
            </a:extLst>
          </p:cNvPr>
          <p:cNvSpPr/>
          <p:nvPr/>
        </p:nvSpPr>
        <p:spPr>
          <a:xfrm>
            <a:off x="199561" y="5653292"/>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Back</a:t>
            </a:r>
          </a:p>
        </p:txBody>
      </p:sp>
      <p:grpSp>
        <p:nvGrpSpPr>
          <p:cNvPr id="28" name="Group 27">
            <a:extLst>
              <a:ext uri="{FF2B5EF4-FFF2-40B4-BE49-F238E27FC236}">
                <a16:creationId xmlns:a16="http://schemas.microsoft.com/office/drawing/2014/main" id="{5471F736-E51F-4B5E-BECB-7FC6EB30C17F}"/>
              </a:ext>
            </a:extLst>
          </p:cNvPr>
          <p:cNvGrpSpPr/>
          <p:nvPr/>
        </p:nvGrpSpPr>
        <p:grpSpPr>
          <a:xfrm>
            <a:off x="1230924" y="576775"/>
            <a:ext cx="10044332" cy="1229931"/>
            <a:chOff x="1230924" y="576775"/>
            <a:chExt cx="10044332" cy="1229931"/>
          </a:xfrm>
        </p:grpSpPr>
        <p:grpSp>
          <p:nvGrpSpPr>
            <p:cNvPr id="29" name="Grupo 5">
              <a:extLst>
                <a:ext uri="{FF2B5EF4-FFF2-40B4-BE49-F238E27FC236}">
                  <a16:creationId xmlns:a16="http://schemas.microsoft.com/office/drawing/2014/main" id="{38491695-8D78-4599-AF10-C93945711022}"/>
                </a:ext>
              </a:extLst>
            </p:cNvPr>
            <p:cNvGrpSpPr/>
            <p:nvPr/>
          </p:nvGrpSpPr>
          <p:grpSpPr>
            <a:xfrm>
              <a:off x="1230924" y="576775"/>
              <a:ext cx="10044332" cy="1229931"/>
              <a:chOff x="1230924" y="576775"/>
              <a:chExt cx="10044332" cy="1229931"/>
            </a:xfrm>
          </p:grpSpPr>
          <p:sp>
            <p:nvSpPr>
              <p:cNvPr id="31" name="Rectángulo 1">
                <a:extLst>
                  <a:ext uri="{FF2B5EF4-FFF2-40B4-BE49-F238E27FC236}">
                    <a16:creationId xmlns:a16="http://schemas.microsoft.com/office/drawing/2014/main" id="{4FFC4687-AED4-4FBF-B719-94D693BC358E}"/>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dirty="0">
                  <a:ln>
                    <a:solidFill>
                      <a:schemeClr val="bg1"/>
                    </a:solidFill>
                  </a:ln>
                </a:endParaRPr>
              </a:p>
            </p:txBody>
          </p:sp>
          <p:sp>
            <p:nvSpPr>
              <p:cNvPr id="32" name="CuadroTexto 3">
                <a:extLst>
                  <a:ext uri="{FF2B5EF4-FFF2-40B4-BE49-F238E27FC236}">
                    <a16:creationId xmlns:a16="http://schemas.microsoft.com/office/drawing/2014/main" id="{9E3B9D2E-3DD8-4BBC-942C-F9864FD414D7}"/>
                  </a:ext>
                </a:extLst>
              </p:cNvPr>
              <p:cNvSpPr txBox="1"/>
              <p:nvPr/>
            </p:nvSpPr>
            <p:spPr>
              <a:xfrm>
                <a:off x="1441939" y="597240"/>
                <a:ext cx="2052375"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Customer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Name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Issue</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Number</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Resi</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or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Comm</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State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a:t>
                </a:r>
              </a:p>
              <a:p>
                <a:r>
                  <a:rPr lang="es-GT" sz="1200" dirty="0">
                    <a:solidFill>
                      <a:schemeClr val="bg1"/>
                    </a:solidFill>
                    <a:latin typeface="Arial" panose="020B0604020202020204" pitchFamily="34" charset="0"/>
                    <a:cs typeface="Arial" panose="020B0604020202020204" pitchFamily="34" charset="0"/>
                  </a:rPr>
                  <a:t>Brand:</a:t>
                </a:r>
              </a:p>
            </p:txBody>
          </p:sp>
          <p:sp>
            <p:nvSpPr>
              <p:cNvPr id="33" name="CuadroTexto 4">
                <a:extLst>
                  <a:ext uri="{FF2B5EF4-FFF2-40B4-BE49-F238E27FC236}">
                    <a16:creationId xmlns:a16="http://schemas.microsoft.com/office/drawing/2014/main" id="{F9208245-4DD4-44C8-978E-005B23869C25}"/>
                  </a:ext>
                </a:extLst>
              </p:cNvPr>
              <p:cNvSpPr txBox="1"/>
              <p:nvPr/>
            </p:nvSpPr>
            <p:spPr>
              <a:xfrm>
                <a:off x="5260399" y="606377"/>
                <a:ext cx="1548614"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Reason:</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Acct</a:t>
                </a:r>
                <a:r>
                  <a:rPr lang="es-GT" sz="1200" dirty="0">
                    <a:solidFill>
                      <a:schemeClr val="bg1"/>
                    </a:solidFill>
                    <a:latin typeface="Arial" panose="020B0604020202020204" pitchFamily="34" charset="0"/>
                    <a:cs typeface="Arial" panose="020B0604020202020204" pitchFamily="34" charset="0"/>
                  </a:rPr>
                  <a:t> No.:</a:t>
                </a:r>
              </a:p>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Date:</a:t>
                </a:r>
              </a:p>
              <a:p>
                <a:r>
                  <a:rPr lang="es-GT" sz="1200" dirty="0" err="1">
                    <a:solidFill>
                      <a:schemeClr val="bg1"/>
                    </a:solidFill>
                    <a:latin typeface="Arial" panose="020B0604020202020204" pitchFamily="34" charset="0"/>
                    <a:cs typeface="Arial" panose="020B0604020202020204" pitchFamily="34" charset="0"/>
                  </a:rPr>
                  <a:t>Campaign</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Row</a:t>
                </a:r>
                <a:r>
                  <a:rPr lang="es-GT" sz="1200" dirty="0">
                    <a:solidFill>
                      <a:schemeClr val="bg1"/>
                    </a:solidFill>
                    <a:latin typeface="Arial" panose="020B0604020202020204" pitchFamily="34" charset="0"/>
                    <a:cs typeface="Arial" panose="020B0604020202020204" pitchFamily="34" charset="0"/>
                  </a:rPr>
                  <a:t> ID:</a:t>
                </a:r>
              </a:p>
              <a:p>
                <a:r>
                  <a:rPr lang="es-GT" sz="1200" dirty="0" err="1">
                    <a:solidFill>
                      <a:schemeClr val="bg1"/>
                    </a:solidFill>
                    <a:latin typeface="Arial" panose="020B0604020202020204" pitchFamily="34" charset="0"/>
                    <a:cs typeface="Arial" panose="020B0604020202020204" pitchFamily="34" charset="0"/>
                  </a:rPr>
                  <a:t>Commodity</a:t>
                </a:r>
                <a:r>
                  <a:rPr lang="es-GT" sz="1200" dirty="0">
                    <a:solidFill>
                      <a:schemeClr val="bg1"/>
                    </a:solidFill>
                    <a:latin typeface="Arial" panose="020B0604020202020204" pitchFamily="34" charset="0"/>
                    <a:cs typeface="Arial" panose="020B0604020202020204" pitchFamily="34" charset="0"/>
                  </a:rPr>
                  <a:t>:</a:t>
                </a:r>
              </a:p>
            </p:txBody>
          </p:sp>
          <p:sp>
            <p:nvSpPr>
              <p:cNvPr id="34" name="CuadroTexto 12">
                <a:extLst>
                  <a:ext uri="{FF2B5EF4-FFF2-40B4-BE49-F238E27FC236}">
                    <a16:creationId xmlns:a16="http://schemas.microsoft.com/office/drawing/2014/main" id="{1B85B172-72D9-47FD-BD67-36DDD4E6C0DB}"/>
                  </a:ext>
                </a:extLst>
              </p:cNvPr>
              <p:cNvSpPr txBox="1"/>
              <p:nvPr/>
            </p:nvSpPr>
            <p:spPr>
              <a:xfrm>
                <a:off x="9808343" y="1423846"/>
                <a:ext cx="1359877" cy="369332"/>
              </a:xfrm>
              <a:prstGeom prst="rect">
                <a:avLst/>
              </a:prstGeom>
              <a:noFill/>
            </p:spPr>
            <p:txBody>
              <a:bodyPr wrap="square" rtlCol="0">
                <a:spAutoFit/>
              </a:bodyPr>
              <a:lstStyle/>
              <a:p>
                <a:pPr algn="ctr"/>
                <a:r>
                  <a:rPr lang="es-GT" i="1" dirty="0">
                    <a:solidFill>
                      <a:schemeClr val="bg1"/>
                    </a:solidFill>
                    <a:latin typeface="Arial" panose="020B0604020202020204" pitchFamily="34" charset="0"/>
                    <a:cs typeface="Arial" panose="020B0604020202020204" pitchFamily="34" charset="0"/>
                  </a:rPr>
                  <a:t>Lead </a:t>
                </a:r>
                <a:r>
                  <a:rPr lang="es-GT" i="1" dirty="0" err="1">
                    <a:solidFill>
                      <a:schemeClr val="bg1"/>
                    </a:solidFill>
                    <a:latin typeface="Arial" panose="020B0604020202020204" pitchFamily="34" charset="0"/>
                    <a:cs typeface="Arial" panose="020B0604020202020204" pitchFamily="34" charset="0"/>
                  </a:rPr>
                  <a:t>Type</a:t>
                </a:r>
                <a:endParaRPr lang="es-GT" i="1" dirty="0">
                  <a:solidFill>
                    <a:schemeClr val="bg1"/>
                  </a:solidFill>
                  <a:latin typeface="Arial" panose="020B0604020202020204" pitchFamily="34" charset="0"/>
                  <a:cs typeface="Arial" panose="020B0604020202020204" pitchFamily="34" charset="0"/>
                </a:endParaRPr>
              </a:p>
            </p:txBody>
          </p:sp>
        </p:grpSp>
        <p:pic>
          <p:nvPicPr>
            <p:cNvPr id="30" name="Picture 29" descr="A picture containing clipart&#10;&#10;Description automatically generated">
              <a:extLst>
                <a:ext uri="{FF2B5EF4-FFF2-40B4-BE49-F238E27FC236}">
                  <a16:creationId xmlns:a16="http://schemas.microsoft.com/office/drawing/2014/main" id="{8F224CF2-B867-4FD6-8EF1-C01C805787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
        <p:nvSpPr>
          <p:cNvPr id="17" name="Title 1">
            <a:extLst>
              <a:ext uri="{FF2B5EF4-FFF2-40B4-BE49-F238E27FC236}">
                <a16:creationId xmlns:a16="http://schemas.microsoft.com/office/drawing/2014/main" id="{81AC8A8B-14C9-454B-A336-75A8FA4E22C0}"/>
              </a:ext>
            </a:extLst>
          </p:cNvPr>
          <p:cNvSpPr>
            <a:spLocks noGrp="1"/>
          </p:cNvSpPr>
          <p:nvPr>
            <p:ph type="title"/>
          </p:nvPr>
        </p:nvSpPr>
        <p:spPr>
          <a:xfrm>
            <a:off x="838200" y="5176"/>
            <a:ext cx="10515600" cy="592064"/>
          </a:xfrm>
        </p:spPr>
        <p:txBody>
          <a:bodyPr>
            <a:normAutofit/>
          </a:bodyPr>
          <a:lstStyle/>
          <a:p>
            <a:pPr algn="ctr"/>
            <a:r>
              <a:rPr lang="en-US" sz="3200" b="1" dirty="0"/>
              <a:t>CALL DETAIL</a:t>
            </a:r>
            <a:endParaRPr lang="es-GT" sz="3200" b="1" dirty="0"/>
          </a:p>
        </p:txBody>
      </p:sp>
    </p:spTree>
    <p:extLst>
      <p:ext uri="{BB962C8B-B14F-4D97-AF65-F5344CB8AC3E}">
        <p14:creationId xmlns:p14="http://schemas.microsoft.com/office/powerpoint/2010/main" val="210113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348175" y="1966325"/>
            <a:ext cx="11495650" cy="369332"/>
          </a:xfrm>
          <a:prstGeom prst="rect">
            <a:avLst/>
          </a:prstGeom>
          <a:noFill/>
          <a:ln>
            <a:solidFill>
              <a:schemeClr val="tx1"/>
            </a:solidFill>
          </a:ln>
        </p:spPr>
        <p:txBody>
          <a:bodyPr wrap="square" rtlCol="0">
            <a:spAutoFit/>
          </a:bodyPr>
          <a:lstStyle/>
          <a:p>
            <a:pPr algn="just"/>
            <a:r>
              <a:rPr lang="en-US" dirty="0">
                <a:solidFill>
                  <a:srgbClr val="00B0F0"/>
                </a:solidFill>
                <a:latin typeface="Arial" panose="020B0604020202020204" pitchFamily="34" charset="0"/>
                <a:cs typeface="Arial" panose="020B0604020202020204" pitchFamily="34" charset="0"/>
              </a:rPr>
              <a:t>Select a product</a:t>
            </a:r>
          </a:p>
        </p:txBody>
      </p:sp>
      <p:sp>
        <p:nvSpPr>
          <p:cNvPr id="6" name="Rectángulo 5">
            <a:extLst>
              <a:ext uri="{FF2B5EF4-FFF2-40B4-BE49-F238E27FC236}">
                <a16:creationId xmlns:a16="http://schemas.microsoft.com/office/drawing/2014/main" id="{3C511622-D2E1-4618-BA19-CD13882A5BE1}"/>
              </a:ext>
            </a:extLst>
          </p:cNvPr>
          <p:cNvSpPr/>
          <p:nvPr/>
        </p:nvSpPr>
        <p:spPr>
          <a:xfrm>
            <a:off x="181688" y="6246401"/>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Transfer</a:t>
            </a:r>
          </a:p>
        </p:txBody>
      </p:sp>
      <p:sp>
        <p:nvSpPr>
          <p:cNvPr id="14" name="Rectángulo 13">
            <a:extLst>
              <a:ext uri="{FF2B5EF4-FFF2-40B4-BE49-F238E27FC236}">
                <a16:creationId xmlns:a16="http://schemas.microsoft.com/office/drawing/2014/main" id="{500FBC82-A3AC-4646-98D1-51B98E4BEF58}"/>
              </a:ext>
            </a:extLst>
          </p:cNvPr>
          <p:cNvSpPr/>
          <p:nvPr/>
        </p:nvSpPr>
        <p:spPr>
          <a:xfrm>
            <a:off x="1853262"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DNC </a:t>
            </a:r>
            <a:r>
              <a:rPr lang="es-GT" dirty="0" err="1">
                <a:solidFill>
                  <a:schemeClr val="tx1"/>
                </a:solidFill>
                <a:latin typeface="Arial" panose="020B0604020202020204" pitchFamily="34" charset="0"/>
                <a:cs typeface="Arial" panose="020B0604020202020204" pitchFamily="34" charset="0"/>
              </a:rPr>
              <a:t>Request</a:t>
            </a:r>
            <a:endParaRPr lang="es-GT" dirty="0">
              <a:solidFill>
                <a:schemeClr val="tx1"/>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B9BFB3A6-0AC2-42EC-8C04-D885D73AF4F5}"/>
              </a:ext>
            </a:extLst>
          </p:cNvPr>
          <p:cNvSpPr/>
          <p:nvPr/>
        </p:nvSpPr>
        <p:spPr>
          <a:xfrm>
            <a:off x="3431347"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err="1">
                <a:solidFill>
                  <a:schemeClr val="tx1"/>
                </a:solidFill>
                <a:latin typeface="Arial" panose="020B0604020202020204" pitchFamily="34" charset="0"/>
                <a:cs typeface="Arial" panose="020B0604020202020204" pitchFamily="34" charset="0"/>
              </a:rPr>
              <a:t>Call</a:t>
            </a:r>
            <a:r>
              <a:rPr lang="es-GT" dirty="0">
                <a:solidFill>
                  <a:schemeClr val="tx1"/>
                </a:solidFill>
                <a:latin typeface="Arial" panose="020B0604020202020204" pitchFamily="34" charset="0"/>
                <a:cs typeface="Arial" panose="020B0604020202020204" pitchFamily="34" charset="0"/>
              </a:rPr>
              <a:t> Back</a:t>
            </a:r>
          </a:p>
        </p:txBody>
      </p:sp>
      <p:sp>
        <p:nvSpPr>
          <p:cNvPr id="20" name="Rectángulo 19">
            <a:extLst>
              <a:ext uri="{FF2B5EF4-FFF2-40B4-BE49-F238E27FC236}">
                <a16:creationId xmlns:a16="http://schemas.microsoft.com/office/drawing/2014/main" id="{44691D03-A9F3-4811-8E0E-79B812B85DB3}"/>
              </a:ext>
            </a:extLst>
          </p:cNvPr>
          <p:cNvSpPr/>
          <p:nvPr/>
        </p:nvSpPr>
        <p:spPr>
          <a:xfrm>
            <a:off x="5076680" y="6232566"/>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No Sale </a:t>
            </a:r>
            <a:r>
              <a:rPr lang="es-GT" dirty="0" err="1">
                <a:solidFill>
                  <a:schemeClr val="tx1"/>
                </a:solidFill>
                <a:latin typeface="Arial" panose="020B0604020202020204" pitchFamily="34" charset="0"/>
                <a:cs typeface="Arial" panose="020B0604020202020204" pitchFamily="34" charset="0"/>
              </a:rPr>
              <a:t>Close</a:t>
            </a:r>
            <a:endParaRPr lang="es-GT" dirty="0">
              <a:solidFill>
                <a:schemeClr val="tx1"/>
              </a:solidFill>
              <a:latin typeface="Arial" panose="020B0604020202020204" pitchFamily="34" charset="0"/>
              <a:cs typeface="Arial" panose="020B0604020202020204" pitchFamily="34" charset="0"/>
            </a:endParaRPr>
          </a:p>
        </p:txBody>
      </p:sp>
      <p:sp>
        <p:nvSpPr>
          <p:cNvPr id="22" name="Rectángulo 21">
            <a:extLst>
              <a:ext uri="{FF2B5EF4-FFF2-40B4-BE49-F238E27FC236}">
                <a16:creationId xmlns:a16="http://schemas.microsoft.com/office/drawing/2014/main" id="{DD8F6038-7FEF-4FAD-9C2D-47B8C2BCF7AD}"/>
              </a:ext>
            </a:extLst>
          </p:cNvPr>
          <p:cNvSpPr/>
          <p:nvPr/>
        </p:nvSpPr>
        <p:spPr>
          <a:xfrm>
            <a:off x="10534949"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Continue</a:t>
            </a:r>
            <a:endParaRPr lang="es-GT" dirty="0">
              <a:solidFill>
                <a:schemeClr val="tx1"/>
              </a:solidFill>
              <a:latin typeface="Arial" panose="020B0604020202020204" pitchFamily="34" charset="0"/>
              <a:cs typeface="Arial" panose="020B0604020202020204" pitchFamily="34" charset="0"/>
            </a:endParaRPr>
          </a:p>
        </p:txBody>
      </p:sp>
      <p:sp>
        <p:nvSpPr>
          <p:cNvPr id="25" name="Rectángulo 5">
            <a:extLst>
              <a:ext uri="{FF2B5EF4-FFF2-40B4-BE49-F238E27FC236}">
                <a16:creationId xmlns:a16="http://schemas.microsoft.com/office/drawing/2014/main" id="{1DEB1492-FD9E-44FD-83E8-978B014C2952}"/>
              </a:ext>
            </a:extLst>
          </p:cNvPr>
          <p:cNvSpPr/>
          <p:nvPr/>
        </p:nvSpPr>
        <p:spPr>
          <a:xfrm>
            <a:off x="199561" y="5653292"/>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Back</a:t>
            </a:r>
          </a:p>
        </p:txBody>
      </p:sp>
      <p:sp>
        <p:nvSpPr>
          <p:cNvPr id="2" name="Rectangle 1">
            <a:extLst>
              <a:ext uri="{FF2B5EF4-FFF2-40B4-BE49-F238E27FC236}">
                <a16:creationId xmlns:a16="http://schemas.microsoft.com/office/drawing/2014/main" id="{904BCA35-497C-416B-91B3-28DE7AE4D40A}"/>
              </a:ext>
            </a:extLst>
          </p:cNvPr>
          <p:cNvSpPr/>
          <p:nvPr/>
        </p:nvSpPr>
        <p:spPr>
          <a:xfrm>
            <a:off x="348175" y="3201565"/>
            <a:ext cx="11495650" cy="228157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Offer Table</a:t>
            </a:r>
            <a:endParaRPr lang="es-GT" dirty="0"/>
          </a:p>
        </p:txBody>
      </p:sp>
      <p:sp>
        <p:nvSpPr>
          <p:cNvPr id="3" name="Oval 2">
            <a:extLst>
              <a:ext uri="{FF2B5EF4-FFF2-40B4-BE49-F238E27FC236}">
                <a16:creationId xmlns:a16="http://schemas.microsoft.com/office/drawing/2014/main" id="{F1CBC10C-9E24-48F1-BCFC-17AACFE445D6}"/>
              </a:ext>
            </a:extLst>
          </p:cNvPr>
          <p:cNvSpPr/>
          <p:nvPr/>
        </p:nvSpPr>
        <p:spPr>
          <a:xfrm>
            <a:off x="1853262" y="2530929"/>
            <a:ext cx="171481" cy="182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GT"/>
          </a:p>
        </p:txBody>
      </p:sp>
      <p:sp>
        <p:nvSpPr>
          <p:cNvPr id="19" name="Oval 18">
            <a:extLst>
              <a:ext uri="{FF2B5EF4-FFF2-40B4-BE49-F238E27FC236}">
                <a16:creationId xmlns:a16="http://schemas.microsoft.com/office/drawing/2014/main" id="{E39CD670-9BD0-4120-8C0C-EAFBAC7943CC}"/>
              </a:ext>
            </a:extLst>
          </p:cNvPr>
          <p:cNvSpPr/>
          <p:nvPr/>
        </p:nvSpPr>
        <p:spPr>
          <a:xfrm>
            <a:off x="6723272" y="2527874"/>
            <a:ext cx="171481" cy="182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GT"/>
          </a:p>
        </p:txBody>
      </p:sp>
      <p:sp>
        <p:nvSpPr>
          <p:cNvPr id="4" name="TextBox 3">
            <a:extLst>
              <a:ext uri="{FF2B5EF4-FFF2-40B4-BE49-F238E27FC236}">
                <a16:creationId xmlns:a16="http://schemas.microsoft.com/office/drawing/2014/main" id="{FDF8B744-0A7A-4772-8115-461DB01F99E7}"/>
              </a:ext>
            </a:extLst>
          </p:cNvPr>
          <p:cNvSpPr txBox="1"/>
          <p:nvPr/>
        </p:nvSpPr>
        <p:spPr>
          <a:xfrm>
            <a:off x="2323426" y="2431937"/>
            <a:ext cx="530915" cy="369332"/>
          </a:xfrm>
          <a:prstGeom prst="rect">
            <a:avLst/>
          </a:prstGeom>
          <a:noFill/>
        </p:spPr>
        <p:txBody>
          <a:bodyPr wrap="none" rtlCol="0">
            <a:spAutoFit/>
          </a:bodyPr>
          <a:lstStyle/>
          <a:p>
            <a:r>
              <a:rPr lang="en-US" dirty="0"/>
              <a:t>Gas</a:t>
            </a:r>
            <a:endParaRPr lang="es-GT" dirty="0"/>
          </a:p>
        </p:txBody>
      </p:sp>
      <p:sp>
        <p:nvSpPr>
          <p:cNvPr id="21" name="TextBox 20">
            <a:extLst>
              <a:ext uri="{FF2B5EF4-FFF2-40B4-BE49-F238E27FC236}">
                <a16:creationId xmlns:a16="http://schemas.microsoft.com/office/drawing/2014/main" id="{51FC0650-68DE-46BA-B43F-B17DE8B3B9B8}"/>
              </a:ext>
            </a:extLst>
          </p:cNvPr>
          <p:cNvSpPr txBox="1"/>
          <p:nvPr/>
        </p:nvSpPr>
        <p:spPr>
          <a:xfrm>
            <a:off x="7096812" y="2438650"/>
            <a:ext cx="1104790" cy="369332"/>
          </a:xfrm>
          <a:prstGeom prst="rect">
            <a:avLst/>
          </a:prstGeom>
          <a:noFill/>
        </p:spPr>
        <p:txBody>
          <a:bodyPr wrap="none" rtlCol="0">
            <a:spAutoFit/>
          </a:bodyPr>
          <a:lstStyle/>
          <a:p>
            <a:r>
              <a:rPr lang="en-US" dirty="0"/>
              <a:t>Electricity</a:t>
            </a:r>
            <a:endParaRPr lang="es-GT" dirty="0"/>
          </a:p>
        </p:txBody>
      </p:sp>
      <p:grpSp>
        <p:nvGrpSpPr>
          <p:cNvPr id="38" name="Group 37">
            <a:extLst>
              <a:ext uri="{FF2B5EF4-FFF2-40B4-BE49-F238E27FC236}">
                <a16:creationId xmlns:a16="http://schemas.microsoft.com/office/drawing/2014/main" id="{3249375C-5F40-4316-B6CD-167194E74D4D}"/>
              </a:ext>
            </a:extLst>
          </p:cNvPr>
          <p:cNvGrpSpPr/>
          <p:nvPr/>
        </p:nvGrpSpPr>
        <p:grpSpPr>
          <a:xfrm>
            <a:off x="1230924" y="576775"/>
            <a:ext cx="10044332" cy="1229931"/>
            <a:chOff x="1230924" y="576775"/>
            <a:chExt cx="10044332" cy="1229931"/>
          </a:xfrm>
        </p:grpSpPr>
        <p:grpSp>
          <p:nvGrpSpPr>
            <p:cNvPr id="39" name="Grupo 5">
              <a:extLst>
                <a:ext uri="{FF2B5EF4-FFF2-40B4-BE49-F238E27FC236}">
                  <a16:creationId xmlns:a16="http://schemas.microsoft.com/office/drawing/2014/main" id="{64DD7AC8-8197-49DF-86BB-7DFAC6658484}"/>
                </a:ext>
              </a:extLst>
            </p:cNvPr>
            <p:cNvGrpSpPr/>
            <p:nvPr/>
          </p:nvGrpSpPr>
          <p:grpSpPr>
            <a:xfrm>
              <a:off x="1230924" y="576775"/>
              <a:ext cx="10044332" cy="1229931"/>
              <a:chOff x="1230924" y="576775"/>
              <a:chExt cx="10044332" cy="1229931"/>
            </a:xfrm>
          </p:grpSpPr>
          <p:sp>
            <p:nvSpPr>
              <p:cNvPr id="41" name="Rectángulo 1">
                <a:extLst>
                  <a:ext uri="{FF2B5EF4-FFF2-40B4-BE49-F238E27FC236}">
                    <a16:creationId xmlns:a16="http://schemas.microsoft.com/office/drawing/2014/main" id="{4A983DC3-A989-487A-A658-2A3215DFF506}"/>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dirty="0">
                  <a:ln>
                    <a:solidFill>
                      <a:schemeClr val="bg1"/>
                    </a:solidFill>
                  </a:ln>
                </a:endParaRPr>
              </a:p>
            </p:txBody>
          </p:sp>
          <p:sp>
            <p:nvSpPr>
              <p:cNvPr id="42" name="CuadroTexto 3">
                <a:extLst>
                  <a:ext uri="{FF2B5EF4-FFF2-40B4-BE49-F238E27FC236}">
                    <a16:creationId xmlns:a16="http://schemas.microsoft.com/office/drawing/2014/main" id="{CADF1E14-96DE-45FE-876B-5A24C9516741}"/>
                  </a:ext>
                </a:extLst>
              </p:cNvPr>
              <p:cNvSpPr txBox="1"/>
              <p:nvPr/>
            </p:nvSpPr>
            <p:spPr>
              <a:xfrm>
                <a:off x="1441939" y="597240"/>
                <a:ext cx="2052375"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Customer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Name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Issue</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Number</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Resi</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or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Comm</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State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a:t>
                </a:r>
              </a:p>
              <a:p>
                <a:r>
                  <a:rPr lang="es-GT" sz="1200" dirty="0">
                    <a:solidFill>
                      <a:schemeClr val="bg1"/>
                    </a:solidFill>
                    <a:latin typeface="Arial" panose="020B0604020202020204" pitchFamily="34" charset="0"/>
                    <a:cs typeface="Arial" panose="020B0604020202020204" pitchFamily="34" charset="0"/>
                  </a:rPr>
                  <a:t>Brand:</a:t>
                </a:r>
              </a:p>
            </p:txBody>
          </p:sp>
          <p:sp>
            <p:nvSpPr>
              <p:cNvPr id="43" name="CuadroTexto 4">
                <a:extLst>
                  <a:ext uri="{FF2B5EF4-FFF2-40B4-BE49-F238E27FC236}">
                    <a16:creationId xmlns:a16="http://schemas.microsoft.com/office/drawing/2014/main" id="{CD20DB8D-F292-4BFD-9C73-641AFFE7DAD2}"/>
                  </a:ext>
                </a:extLst>
              </p:cNvPr>
              <p:cNvSpPr txBox="1"/>
              <p:nvPr/>
            </p:nvSpPr>
            <p:spPr>
              <a:xfrm>
                <a:off x="5260399" y="606377"/>
                <a:ext cx="1548614"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Reason:</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Acct</a:t>
                </a:r>
                <a:r>
                  <a:rPr lang="es-GT" sz="1200" dirty="0">
                    <a:solidFill>
                      <a:schemeClr val="bg1"/>
                    </a:solidFill>
                    <a:latin typeface="Arial" panose="020B0604020202020204" pitchFamily="34" charset="0"/>
                    <a:cs typeface="Arial" panose="020B0604020202020204" pitchFamily="34" charset="0"/>
                  </a:rPr>
                  <a:t> No.:</a:t>
                </a:r>
              </a:p>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Date:</a:t>
                </a:r>
              </a:p>
              <a:p>
                <a:r>
                  <a:rPr lang="es-GT" sz="1200" dirty="0" err="1">
                    <a:solidFill>
                      <a:schemeClr val="bg1"/>
                    </a:solidFill>
                    <a:latin typeface="Arial" panose="020B0604020202020204" pitchFamily="34" charset="0"/>
                    <a:cs typeface="Arial" panose="020B0604020202020204" pitchFamily="34" charset="0"/>
                  </a:rPr>
                  <a:t>Campaign</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Row</a:t>
                </a:r>
                <a:r>
                  <a:rPr lang="es-GT" sz="1200" dirty="0">
                    <a:solidFill>
                      <a:schemeClr val="bg1"/>
                    </a:solidFill>
                    <a:latin typeface="Arial" panose="020B0604020202020204" pitchFamily="34" charset="0"/>
                    <a:cs typeface="Arial" panose="020B0604020202020204" pitchFamily="34" charset="0"/>
                  </a:rPr>
                  <a:t> ID:</a:t>
                </a:r>
              </a:p>
              <a:p>
                <a:r>
                  <a:rPr lang="es-GT" sz="1200" dirty="0" err="1">
                    <a:solidFill>
                      <a:schemeClr val="bg1"/>
                    </a:solidFill>
                    <a:latin typeface="Arial" panose="020B0604020202020204" pitchFamily="34" charset="0"/>
                    <a:cs typeface="Arial" panose="020B0604020202020204" pitchFamily="34" charset="0"/>
                  </a:rPr>
                  <a:t>Commodity</a:t>
                </a:r>
                <a:r>
                  <a:rPr lang="es-GT" sz="1200" dirty="0">
                    <a:solidFill>
                      <a:schemeClr val="bg1"/>
                    </a:solidFill>
                    <a:latin typeface="Arial" panose="020B0604020202020204" pitchFamily="34" charset="0"/>
                    <a:cs typeface="Arial" panose="020B0604020202020204" pitchFamily="34" charset="0"/>
                  </a:rPr>
                  <a:t>:</a:t>
                </a:r>
              </a:p>
            </p:txBody>
          </p:sp>
          <p:sp>
            <p:nvSpPr>
              <p:cNvPr id="44" name="CuadroTexto 12">
                <a:extLst>
                  <a:ext uri="{FF2B5EF4-FFF2-40B4-BE49-F238E27FC236}">
                    <a16:creationId xmlns:a16="http://schemas.microsoft.com/office/drawing/2014/main" id="{3B8988CB-9918-42F2-A9B0-A956A15A649D}"/>
                  </a:ext>
                </a:extLst>
              </p:cNvPr>
              <p:cNvSpPr txBox="1"/>
              <p:nvPr/>
            </p:nvSpPr>
            <p:spPr>
              <a:xfrm>
                <a:off x="9808343" y="1423846"/>
                <a:ext cx="1359877" cy="369332"/>
              </a:xfrm>
              <a:prstGeom prst="rect">
                <a:avLst/>
              </a:prstGeom>
              <a:noFill/>
            </p:spPr>
            <p:txBody>
              <a:bodyPr wrap="square" rtlCol="0">
                <a:spAutoFit/>
              </a:bodyPr>
              <a:lstStyle/>
              <a:p>
                <a:pPr algn="ctr"/>
                <a:r>
                  <a:rPr lang="es-GT" i="1" dirty="0">
                    <a:solidFill>
                      <a:schemeClr val="bg1"/>
                    </a:solidFill>
                    <a:latin typeface="Arial" panose="020B0604020202020204" pitchFamily="34" charset="0"/>
                    <a:cs typeface="Arial" panose="020B0604020202020204" pitchFamily="34" charset="0"/>
                  </a:rPr>
                  <a:t>Lead </a:t>
                </a:r>
                <a:r>
                  <a:rPr lang="es-GT" i="1" dirty="0" err="1">
                    <a:solidFill>
                      <a:schemeClr val="bg1"/>
                    </a:solidFill>
                    <a:latin typeface="Arial" panose="020B0604020202020204" pitchFamily="34" charset="0"/>
                    <a:cs typeface="Arial" panose="020B0604020202020204" pitchFamily="34" charset="0"/>
                  </a:rPr>
                  <a:t>Type</a:t>
                </a:r>
                <a:endParaRPr lang="es-GT" i="1" dirty="0">
                  <a:solidFill>
                    <a:schemeClr val="bg1"/>
                  </a:solidFill>
                  <a:latin typeface="Arial" panose="020B0604020202020204" pitchFamily="34" charset="0"/>
                  <a:cs typeface="Arial" panose="020B0604020202020204" pitchFamily="34" charset="0"/>
                </a:endParaRPr>
              </a:p>
            </p:txBody>
          </p:sp>
        </p:grpSp>
        <p:pic>
          <p:nvPicPr>
            <p:cNvPr id="40" name="Picture 39" descr="A picture containing clipart&#10;&#10;Description automatically generated">
              <a:extLst>
                <a:ext uri="{FF2B5EF4-FFF2-40B4-BE49-F238E27FC236}">
                  <a16:creationId xmlns:a16="http://schemas.microsoft.com/office/drawing/2014/main" id="{D05F9D94-C79F-4B33-9919-F7ED95A5F9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
        <p:nvSpPr>
          <p:cNvPr id="23" name="Title 1">
            <a:extLst>
              <a:ext uri="{FF2B5EF4-FFF2-40B4-BE49-F238E27FC236}">
                <a16:creationId xmlns:a16="http://schemas.microsoft.com/office/drawing/2014/main" id="{C909C203-C9BE-41AE-BDBE-8E1FE71B9BE1}"/>
              </a:ext>
            </a:extLst>
          </p:cNvPr>
          <p:cNvSpPr>
            <a:spLocks noGrp="1"/>
          </p:cNvSpPr>
          <p:nvPr>
            <p:ph type="title"/>
          </p:nvPr>
        </p:nvSpPr>
        <p:spPr>
          <a:xfrm>
            <a:off x="838200" y="5176"/>
            <a:ext cx="10515600" cy="592064"/>
          </a:xfrm>
        </p:spPr>
        <p:txBody>
          <a:bodyPr>
            <a:normAutofit/>
          </a:bodyPr>
          <a:lstStyle/>
          <a:p>
            <a:pPr algn="ctr"/>
            <a:r>
              <a:rPr lang="en-US" sz="3200" b="1" dirty="0"/>
              <a:t>OFFER TABLE</a:t>
            </a:r>
            <a:endParaRPr lang="es-GT" sz="3200" b="1" dirty="0"/>
          </a:p>
        </p:txBody>
      </p:sp>
    </p:spTree>
    <p:extLst>
      <p:ext uri="{BB962C8B-B14F-4D97-AF65-F5344CB8AC3E}">
        <p14:creationId xmlns:p14="http://schemas.microsoft.com/office/powerpoint/2010/main" val="1118572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1230923" y="1786445"/>
            <a:ext cx="10612901" cy="2862322"/>
          </a:xfrm>
          <a:prstGeom prst="rect">
            <a:avLst/>
          </a:prstGeom>
          <a:noFill/>
          <a:ln>
            <a:solidFill>
              <a:schemeClr val="tx1"/>
            </a:solidFill>
          </a:ln>
        </p:spPr>
        <p:txBody>
          <a:bodyPr wrap="square" rtlCol="0">
            <a:spAutoFit/>
          </a:bodyPr>
          <a:lstStyle/>
          <a:p>
            <a:pPr algn="just"/>
            <a:r>
              <a:rPr lang="en-US" dirty="0">
                <a:solidFill>
                  <a:sysClr val="windowText" lastClr="000000"/>
                </a:solidFill>
                <a:latin typeface="Arial" panose="020B0604020202020204" pitchFamily="34" charset="0"/>
                <a:cs typeface="Arial" panose="020B0604020202020204" pitchFamily="34" charset="0"/>
              </a:rPr>
              <a:t>I can definitely help you by fixing your account and placing you back with our program. </a:t>
            </a:r>
          </a:p>
          <a:p>
            <a:pPr algn="just"/>
            <a:endParaRPr lang="en-US" dirty="0">
              <a:solidFill>
                <a:sysClr val="windowText" lastClr="000000"/>
              </a:solidFill>
              <a:latin typeface="Arial" panose="020B0604020202020204" pitchFamily="34" charset="0"/>
              <a:cs typeface="Arial" panose="020B0604020202020204" pitchFamily="34" charset="0"/>
            </a:endParaRPr>
          </a:p>
          <a:p>
            <a:r>
              <a:rPr lang="en-US" dirty="0">
                <a:solidFill>
                  <a:sysClr val="windowText" lastClr="000000"/>
                </a:solidFill>
                <a:latin typeface="Arial" panose="020B0604020202020204" pitchFamily="34" charset="0"/>
                <a:cs typeface="Arial" panose="020B0604020202020204" pitchFamily="34" charset="0"/>
              </a:rPr>
              <a:t>When you enroll with Cincinnati Bell Energy, you’ll get the peace of mind knowing your electric and gas  rate will be a </a:t>
            </a:r>
            <a:r>
              <a:rPr lang="en-US" b="1" i="1" dirty="0">
                <a:solidFill>
                  <a:srgbClr val="00B0F0"/>
                </a:solidFill>
                <a:latin typeface="Arial" panose="020B0604020202020204" pitchFamily="34" charset="0"/>
                <a:cs typeface="Arial" panose="020B0604020202020204" pitchFamily="34" charset="0"/>
              </a:rPr>
              <a:t>12-month fixed rate that is 5% less than Duke’s current published Price to Compare (“PTC”) supply rate found at the Public Utilities Commission of Ohio’s Apples to Apples Comparison Chart.</a:t>
            </a:r>
            <a:r>
              <a:rPr lang="en-US" dirty="0">
                <a:latin typeface="Arial" panose="020B0604020202020204" pitchFamily="34" charset="0"/>
                <a:cs typeface="Arial" panose="020B0604020202020204" pitchFamily="34" charset="0"/>
              </a:rPr>
              <a:t> There are no gimmicks or hidden fees you need to worry about. </a:t>
            </a:r>
          </a:p>
          <a:p>
            <a:endParaRPr lang="en-US" b="1" dirty="0"/>
          </a:p>
          <a:p>
            <a:r>
              <a:rPr lang="en-US" b="1" dirty="0">
                <a:latin typeface="Arial" panose="020B0604020202020204" pitchFamily="34" charset="0"/>
                <a:cs typeface="Arial" panose="020B0604020202020204" pitchFamily="34" charset="0"/>
              </a:rPr>
              <a:t>PLUS,</a:t>
            </a:r>
            <a:r>
              <a:rPr lang="en-US" dirty="0">
                <a:latin typeface="Arial" panose="020B0604020202020204" pitchFamily="34" charset="0"/>
                <a:cs typeface="Arial" panose="020B0604020202020204" pitchFamily="34" charset="0"/>
              </a:rPr>
              <a:t> you can feel good knowing that this offer is exclusive to Cincinnati Bell customers.</a:t>
            </a:r>
          </a:p>
          <a:p>
            <a:r>
              <a:rPr lang="en-US" dirty="0">
                <a:latin typeface="Arial" panose="020B0604020202020204" pitchFamily="34" charset="0"/>
                <a:cs typeface="Arial" panose="020B0604020202020204" pitchFamily="34" charset="0"/>
              </a:rPr>
              <a:t>Can I get you enrolled today?</a:t>
            </a:r>
          </a:p>
          <a:p>
            <a:pPr algn="just"/>
            <a:r>
              <a:rPr lang="en-US" dirty="0">
                <a:solidFill>
                  <a:sysClr val="windowText" lastClr="000000"/>
                </a:solidFill>
                <a:latin typeface="Arial" panose="020B0604020202020204" pitchFamily="34" charset="0"/>
                <a:cs typeface="Arial" panose="020B0604020202020204" pitchFamily="34" charset="0"/>
              </a:rPr>
              <a:t> </a:t>
            </a:r>
          </a:p>
        </p:txBody>
      </p:sp>
      <p:sp>
        <p:nvSpPr>
          <p:cNvPr id="6" name="Rectángulo 5">
            <a:extLst>
              <a:ext uri="{FF2B5EF4-FFF2-40B4-BE49-F238E27FC236}">
                <a16:creationId xmlns:a16="http://schemas.microsoft.com/office/drawing/2014/main" id="{3C511622-D2E1-4618-BA19-CD13882A5BE1}"/>
              </a:ext>
            </a:extLst>
          </p:cNvPr>
          <p:cNvSpPr/>
          <p:nvPr/>
        </p:nvSpPr>
        <p:spPr>
          <a:xfrm>
            <a:off x="181688" y="6246401"/>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Transfer</a:t>
            </a:r>
          </a:p>
        </p:txBody>
      </p:sp>
      <p:sp>
        <p:nvSpPr>
          <p:cNvPr id="14" name="Rectángulo 13">
            <a:extLst>
              <a:ext uri="{FF2B5EF4-FFF2-40B4-BE49-F238E27FC236}">
                <a16:creationId xmlns:a16="http://schemas.microsoft.com/office/drawing/2014/main" id="{500FBC82-A3AC-4646-98D1-51B98E4BEF58}"/>
              </a:ext>
            </a:extLst>
          </p:cNvPr>
          <p:cNvSpPr/>
          <p:nvPr/>
        </p:nvSpPr>
        <p:spPr>
          <a:xfrm>
            <a:off x="1853262"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DNC </a:t>
            </a:r>
            <a:r>
              <a:rPr lang="es-GT" dirty="0" err="1">
                <a:solidFill>
                  <a:schemeClr val="tx1"/>
                </a:solidFill>
                <a:latin typeface="Arial" panose="020B0604020202020204" pitchFamily="34" charset="0"/>
                <a:cs typeface="Arial" panose="020B0604020202020204" pitchFamily="34" charset="0"/>
              </a:rPr>
              <a:t>Request</a:t>
            </a:r>
            <a:endParaRPr lang="es-GT" dirty="0">
              <a:solidFill>
                <a:schemeClr val="tx1"/>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B9BFB3A6-0AC2-42EC-8C04-D885D73AF4F5}"/>
              </a:ext>
            </a:extLst>
          </p:cNvPr>
          <p:cNvSpPr/>
          <p:nvPr/>
        </p:nvSpPr>
        <p:spPr>
          <a:xfrm>
            <a:off x="3431347"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err="1">
                <a:solidFill>
                  <a:schemeClr val="tx1"/>
                </a:solidFill>
                <a:latin typeface="Arial" panose="020B0604020202020204" pitchFamily="34" charset="0"/>
                <a:cs typeface="Arial" panose="020B0604020202020204" pitchFamily="34" charset="0"/>
              </a:rPr>
              <a:t>Call</a:t>
            </a:r>
            <a:r>
              <a:rPr lang="es-GT" dirty="0">
                <a:solidFill>
                  <a:schemeClr val="tx1"/>
                </a:solidFill>
                <a:latin typeface="Arial" panose="020B0604020202020204" pitchFamily="34" charset="0"/>
                <a:cs typeface="Arial" panose="020B0604020202020204" pitchFamily="34" charset="0"/>
              </a:rPr>
              <a:t> Back</a:t>
            </a:r>
          </a:p>
        </p:txBody>
      </p:sp>
      <p:sp>
        <p:nvSpPr>
          <p:cNvPr id="20" name="Rectángulo 19">
            <a:extLst>
              <a:ext uri="{FF2B5EF4-FFF2-40B4-BE49-F238E27FC236}">
                <a16:creationId xmlns:a16="http://schemas.microsoft.com/office/drawing/2014/main" id="{44691D03-A9F3-4811-8E0E-79B812B85DB3}"/>
              </a:ext>
            </a:extLst>
          </p:cNvPr>
          <p:cNvSpPr/>
          <p:nvPr/>
        </p:nvSpPr>
        <p:spPr>
          <a:xfrm>
            <a:off x="5076680" y="6232566"/>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No Sale </a:t>
            </a:r>
            <a:r>
              <a:rPr lang="es-GT" dirty="0" err="1">
                <a:solidFill>
                  <a:schemeClr val="tx1"/>
                </a:solidFill>
                <a:latin typeface="Arial" panose="020B0604020202020204" pitchFamily="34" charset="0"/>
                <a:cs typeface="Arial" panose="020B0604020202020204" pitchFamily="34" charset="0"/>
              </a:rPr>
              <a:t>Close</a:t>
            </a:r>
            <a:endParaRPr lang="es-GT" dirty="0">
              <a:solidFill>
                <a:schemeClr val="tx1"/>
              </a:solidFill>
              <a:latin typeface="Arial" panose="020B0604020202020204" pitchFamily="34" charset="0"/>
              <a:cs typeface="Arial" panose="020B0604020202020204" pitchFamily="34" charset="0"/>
            </a:endParaRPr>
          </a:p>
        </p:txBody>
      </p:sp>
      <p:sp>
        <p:nvSpPr>
          <p:cNvPr id="16" name="Rectángulo 5">
            <a:extLst>
              <a:ext uri="{FF2B5EF4-FFF2-40B4-BE49-F238E27FC236}">
                <a16:creationId xmlns:a16="http://schemas.microsoft.com/office/drawing/2014/main" id="{5081B4F6-1B7A-496D-91A4-9C11A051E581}"/>
              </a:ext>
            </a:extLst>
          </p:cNvPr>
          <p:cNvSpPr/>
          <p:nvPr/>
        </p:nvSpPr>
        <p:spPr>
          <a:xfrm>
            <a:off x="199561" y="5653292"/>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Back</a:t>
            </a:r>
          </a:p>
        </p:txBody>
      </p:sp>
      <p:sp>
        <p:nvSpPr>
          <p:cNvPr id="15" name="Rectángulo 21">
            <a:extLst>
              <a:ext uri="{FF2B5EF4-FFF2-40B4-BE49-F238E27FC236}">
                <a16:creationId xmlns:a16="http://schemas.microsoft.com/office/drawing/2014/main" id="{787B02EA-941D-424B-800D-8EECC256B0F7}"/>
              </a:ext>
            </a:extLst>
          </p:cNvPr>
          <p:cNvSpPr/>
          <p:nvPr/>
        </p:nvSpPr>
        <p:spPr>
          <a:xfrm>
            <a:off x="10534949"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r>
              <a:rPr lang="es-GT" dirty="0" err="1">
                <a:solidFill>
                  <a:schemeClr val="tx1"/>
                </a:solidFill>
                <a:latin typeface="Arial" panose="020B0604020202020204" pitchFamily="34" charset="0"/>
                <a:cs typeface="Arial" panose="020B0604020202020204" pitchFamily="34" charset="0"/>
              </a:rPr>
              <a:t>ontinue</a:t>
            </a:r>
            <a:endParaRPr lang="es-GT" dirty="0">
              <a:solidFill>
                <a:schemeClr val="tx1"/>
              </a:solidFill>
              <a:latin typeface="Arial" panose="020B0604020202020204" pitchFamily="34" charset="0"/>
              <a:cs typeface="Arial" panose="020B0604020202020204" pitchFamily="34" charset="0"/>
            </a:endParaRPr>
          </a:p>
        </p:txBody>
      </p:sp>
      <p:grpSp>
        <p:nvGrpSpPr>
          <p:cNvPr id="33" name="Group 32">
            <a:extLst>
              <a:ext uri="{FF2B5EF4-FFF2-40B4-BE49-F238E27FC236}">
                <a16:creationId xmlns:a16="http://schemas.microsoft.com/office/drawing/2014/main" id="{36DE662A-3C7D-4D88-AC9A-A89C6C34C8FA}"/>
              </a:ext>
            </a:extLst>
          </p:cNvPr>
          <p:cNvGrpSpPr/>
          <p:nvPr/>
        </p:nvGrpSpPr>
        <p:grpSpPr>
          <a:xfrm>
            <a:off x="1230924" y="576775"/>
            <a:ext cx="10044332" cy="1229931"/>
            <a:chOff x="1230924" y="576775"/>
            <a:chExt cx="10044332" cy="1229931"/>
          </a:xfrm>
        </p:grpSpPr>
        <p:grpSp>
          <p:nvGrpSpPr>
            <p:cNvPr id="34" name="Grupo 5">
              <a:extLst>
                <a:ext uri="{FF2B5EF4-FFF2-40B4-BE49-F238E27FC236}">
                  <a16:creationId xmlns:a16="http://schemas.microsoft.com/office/drawing/2014/main" id="{15631E0B-FB1A-45BE-BE45-3C4E50DF36DB}"/>
                </a:ext>
              </a:extLst>
            </p:cNvPr>
            <p:cNvGrpSpPr/>
            <p:nvPr/>
          </p:nvGrpSpPr>
          <p:grpSpPr>
            <a:xfrm>
              <a:off x="1230924" y="576775"/>
              <a:ext cx="10044332" cy="1229931"/>
              <a:chOff x="1230924" y="576775"/>
              <a:chExt cx="10044332" cy="1229931"/>
            </a:xfrm>
          </p:grpSpPr>
          <p:sp>
            <p:nvSpPr>
              <p:cNvPr id="36" name="Rectángulo 1">
                <a:extLst>
                  <a:ext uri="{FF2B5EF4-FFF2-40B4-BE49-F238E27FC236}">
                    <a16:creationId xmlns:a16="http://schemas.microsoft.com/office/drawing/2014/main" id="{23691C62-E83F-43A7-8C00-DBCFA47186DE}"/>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dirty="0">
                  <a:ln>
                    <a:solidFill>
                      <a:schemeClr val="bg1"/>
                    </a:solidFill>
                  </a:ln>
                </a:endParaRPr>
              </a:p>
            </p:txBody>
          </p:sp>
          <p:sp>
            <p:nvSpPr>
              <p:cNvPr id="37" name="CuadroTexto 3">
                <a:extLst>
                  <a:ext uri="{FF2B5EF4-FFF2-40B4-BE49-F238E27FC236}">
                    <a16:creationId xmlns:a16="http://schemas.microsoft.com/office/drawing/2014/main" id="{81641283-E54E-4877-A8BE-0AA0FFB36B74}"/>
                  </a:ext>
                </a:extLst>
              </p:cNvPr>
              <p:cNvSpPr txBox="1"/>
              <p:nvPr/>
            </p:nvSpPr>
            <p:spPr>
              <a:xfrm>
                <a:off x="1441939" y="597240"/>
                <a:ext cx="2052375"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Customer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Name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Issue</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Number</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Resi</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or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Comm</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State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a:t>
                </a:r>
              </a:p>
              <a:p>
                <a:r>
                  <a:rPr lang="es-GT" sz="1200" dirty="0">
                    <a:solidFill>
                      <a:schemeClr val="bg1"/>
                    </a:solidFill>
                    <a:latin typeface="Arial" panose="020B0604020202020204" pitchFamily="34" charset="0"/>
                    <a:cs typeface="Arial" panose="020B0604020202020204" pitchFamily="34" charset="0"/>
                  </a:rPr>
                  <a:t>Brand:</a:t>
                </a:r>
              </a:p>
            </p:txBody>
          </p:sp>
          <p:sp>
            <p:nvSpPr>
              <p:cNvPr id="38" name="CuadroTexto 4">
                <a:extLst>
                  <a:ext uri="{FF2B5EF4-FFF2-40B4-BE49-F238E27FC236}">
                    <a16:creationId xmlns:a16="http://schemas.microsoft.com/office/drawing/2014/main" id="{D3965CE9-F0D4-4D68-913C-88B62400C22E}"/>
                  </a:ext>
                </a:extLst>
              </p:cNvPr>
              <p:cNvSpPr txBox="1"/>
              <p:nvPr/>
            </p:nvSpPr>
            <p:spPr>
              <a:xfrm>
                <a:off x="5260399" y="606377"/>
                <a:ext cx="1548614"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Reason:</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Acct</a:t>
                </a:r>
                <a:r>
                  <a:rPr lang="es-GT" sz="1200" dirty="0">
                    <a:solidFill>
                      <a:schemeClr val="bg1"/>
                    </a:solidFill>
                    <a:latin typeface="Arial" panose="020B0604020202020204" pitchFamily="34" charset="0"/>
                    <a:cs typeface="Arial" panose="020B0604020202020204" pitchFamily="34" charset="0"/>
                  </a:rPr>
                  <a:t> No.:</a:t>
                </a:r>
              </a:p>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Date:</a:t>
                </a:r>
              </a:p>
              <a:p>
                <a:r>
                  <a:rPr lang="es-GT" sz="1200" dirty="0" err="1">
                    <a:solidFill>
                      <a:schemeClr val="bg1"/>
                    </a:solidFill>
                    <a:latin typeface="Arial" panose="020B0604020202020204" pitchFamily="34" charset="0"/>
                    <a:cs typeface="Arial" panose="020B0604020202020204" pitchFamily="34" charset="0"/>
                  </a:rPr>
                  <a:t>Campaign</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Row</a:t>
                </a:r>
                <a:r>
                  <a:rPr lang="es-GT" sz="1200" dirty="0">
                    <a:solidFill>
                      <a:schemeClr val="bg1"/>
                    </a:solidFill>
                    <a:latin typeface="Arial" panose="020B0604020202020204" pitchFamily="34" charset="0"/>
                    <a:cs typeface="Arial" panose="020B0604020202020204" pitchFamily="34" charset="0"/>
                  </a:rPr>
                  <a:t> ID:</a:t>
                </a:r>
              </a:p>
              <a:p>
                <a:r>
                  <a:rPr lang="es-GT" sz="1200" dirty="0" err="1">
                    <a:solidFill>
                      <a:schemeClr val="bg1"/>
                    </a:solidFill>
                    <a:latin typeface="Arial" panose="020B0604020202020204" pitchFamily="34" charset="0"/>
                    <a:cs typeface="Arial" panose="020B0604020202020204" pitchFamily="34" charset="0"/>
                  </a:rPr>
                  <a:t>Commodity</a:t>
                </a:r>
                <a:r>
                  <a:rPr lang="es-GT" sz="1200" dirty="0">
                    <a:solidFill>
                      <a:schemeClr val="bg1"/>
                    </a:solidFill>
                    <a:latin typeface="Arial" panose="020B0604020202020204" pitchFamily="34" charset="0"/>
                    <a:cs typeface="Arial" panose="020B0604020202020204" pitchFamily="34" charset="0"/>
                  </a:rPr>
                  <a:t>:</a:t>
                </a:r>
              </a:p>
            </p:txBody>
          </p:sp>
          <p:sp>
            <p:nvSpPr>
              <p:cNvPr id="39" name="CuadroTexto 12">
                <a:extLst>
                  <a:ext uri="{FF2B5EF4-FFF2-40B4-BE49-F238E27FC236}">
                    <a16:creationId xmlns:a16="http://schemas.microsoft.com/office/drawing/2014/main" id="{E3546D76-00FB-4FA9-9A3E-E9927AEAA47F}"/>
                  </a:ext>
                </a:extLst>
              </p:cNvPr>
              <p:cNvSpPr txBox="1"/>
              <p:nvPr/>
            </p:nvSpPr>
            <p:spPr>
              <a:xfrm>
                <a:off x="9808343" y="1423846"/>
                <a:ext cx="1359877" cy="369332"/>
              </a:xfrm>
              <a:prstGeom prst="rect">
                <a:avLst/>
              </a:prstGeom>
              <a:noFill/>
            </p:spPr>
            <p:txBody>
              <a:bodyPr wrap="square" rtlCol="0">
                <a:spAutoFit/>
              </a:bodyPr>
              <a:lstStyle/>
              <a:p>
                <a:pPr algn="ctr"/>
                <a:r>
                  <a:rPr lang="es-GT" i="1" dirty="0">
                    <a:solidFill>
                      <a:schemeClr val="bg1"/>
                    </a:solidFill>
                    <a:latin typeface="Arial" panose="020B0604020202020204" pitchFamily="34" charset="0"/>
                    <a:cs typeface="Arial" panose="020B0604020202020204" pitchFamily="34" charset="0"/>
                  </a:rPr>
                  <a:t>Lead </a:t>
                </a:r>
                <a:r>
                  <a:rPr lang="es-GT" i="1" dirty="0" err="1">
                    <a:solidFill>
                      <a:schemeClr val="bg1"/>
                    </a:solidFill>
                    <a:latin typeface="Arial" panose="020B0604020202020204" pitchFamily="34" charset="0"/>
                    <a:cs typeface="Arial" panose="020B0604020202020204" pitchFamily="34" charset="0"/>
                  </a:rPr>
                  <a:t>Type</a:t>
                </a:r>
                <a:endParaRPr lang="es-GT" i="1" dirty="0">
                  <a:solidFill>
                    <a:schemeClr val="bg1"/>
                  </a:solidFill>
                  <a:latin typeface="Arial" panose="020B0604020202020204" pitchFamily="34" charset="0"/>
                  <a:cs typeface="Arial" panose="020B0604020202020204" pitchFamily="34" charset="0"/>
                </a:endParaRPr>
              </a:p>
            </p:txBody>
          </p:sp>
        </p:grpSp>
        <p:pic>
          <p:nvPicPr>
            <p:cNvPr id="35" name="Picture 34" descr="A picture containing clipart&#10;&#10;Description automatically generated">
              <a:extLst>
                <a:ext uri="{FF2B5EF4-FFF2-40B4-BE49-F238E27FC236}">
                  <a16:creationId xmlns:a16="http://schemas.microsoft.com/office/drawing/2014/main" id="{F81142F3-14E7-4C91-9383-90FB387244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
        <p:nvSpPr>
          <p:cNvPr id="17" name="Title 1">
            <a:extLst>
              <a:ext uri="{FF2B5EF4-FFF2-40B4-BE49-F238E27FC236}">
                <a16:creationId xmlns:a16="http://schemas.microsoft.com/office/drawing/2014/main" id="{95CB4876-40A3-4F69-866E-7E45BE166439}"/>
              </a:ext>
            </a:extLst>
          </p:cNvPr>
          <p:cNvSpPr>
            <a:spLocks noGrp="1"/>
          </p:cNvSpPr>
          <p:nvPr>
            <p:ph type="title"/>
          </p:nvPr>
        </p:nvSpPr>
        <p:spPr>
          <a:xfrm>
            <a:off x="838200" y="5176"/>
            <a:ext cx="10515600" cy="592064"/>
          </a:xfrm>
        </p:spPr>
        <p:txBody>
          <a:bodyPr>
            <a:normAutofit/>
          </a:bodyPr>
          <a:lstStyle/>
          <a:p>
            <a:pPr algn="ctr"/>
            <a:r>
              <a:rPr lang="en-US" sz="3200" b="1" dirty="0"/>
              <a:t>RAPORT AND OFFER – OHIO CINCINATTI </a:t>
            </a:r>
            <a:endParaRPr lang="es-GT" sz="3200" b="1" dirty="0"/>
          </a:p>
        </p:txBody>
      </p:sp>
    </p:spTree>
    <p:extLst>
      <p:ext uri="{BB962C8B-B14F-4D97-AF65-F5344CB8AC3E}">
        <p14:creationId xmlns:p14="http://schemas.microsoft.com/office/powerpoint/2010/main" val="3149846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348175" y="1997716"/>
            <a:ext cx="11495650" cy="646331"/>
          </a:xfrm>
          <a:prstGeom prst="rect">
            <a:avLst/>
          </a:prstGeom>
          <a:noFill/>
          <a:ln>
            <a:solidFill>
              <a:schemeClr val="tx1"/>
            </a:solidFill>
          </a:ln>
        </p:spPr>
        <p:txBody>
          <a:bodyPr wrap="square" rtlCol="0">
            <a:spAutoFit/>
          </a:bodyPr>
          <a:lstStyle/>
          <a:p>
            <a:r>
              <a:rPr lang="en-US" dirty="0">
                <a:latin typeface="Arial" panose="020B0604020202020204" pitchFamily="34" charset="0"/>
                <a:cs typeface="Arial" panose="020B0604020202020204" pitchFamily="34" charset="0"/>
              </a:rPr>
              <a:t>As you know, since you’re a resident of Ohio, you have the legal right to choose your energy supplier, which means you have the control over the price you pay for your energy supply. This is what we call “Energy Choice”. </a:t>
            </a:r>
          </a:p>
        </p:txBody>
      </p:sp>
      <p:sp>
        <p:nvSpPr>
          <p:cNvPr id="6" name="Rectángulo 5">
            <a:extLst>
              <a:ext uri="{FF2B5EF4-FFF2-40B4-BE49-F238E27FC236}">
                <a16:creationId xmlns:a16="http://schemas.microsoft.com/office/drawing/2014/main" id="{3C511622-D2E1-4618-BA19-CD13882A5BE1}"/>
              </a:ext>
            </a:extLst>
          </p:cNvPr>
          <p:cNvSpPr/>
          <p:nvPr/>
        </p:nvSpPr>
        <p:spPr>
          <a:xfrm>
            <a:off x="181688" y="6246401"/>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Transfer</a:t>
            </a:r>
          </a:p>
        </p:txBody>
      </p:sp>
      <p:sp>
        <p:nvSpPr>
          <p:cNvPr id="14" name="Rectángulo 13">
            <a:extLst>
              <a:ext uri="{FF2B5EF4-FFF2-40B4-BE49-F238E27FC236}">
                <a16:creationId xmlns:a16="http://schemas.microsoft.com/office/drawing/2014/main" id="{500FBC82-A3AC-4646-98D1-51B98E4BEF58}"/>
              </a:ext>
            </a:extLst>
          </p:cNvPr>
          <p:cNvSpPr/>
          <p:nvPr/>
        </p:nvSpPr>
        <p:spPr>
          <a:xfrm>
            <a:off x="1853262"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DNC </a:t>
            </a:r>
            <a:r>
              <a:rPr lang="es-GT" dirty="0" err="1">
                <a:solidFill>
                  <a:schemeClr val="tx1"/>
                </a:solidFill>
                <a:latin typeface="Arial" panose="020B0604020202020204" pitchFamily="34" charset="0"/>
                <a:cs typeface="Arial" panose="020B0604020202020204" pitchFamily="34" charset="0"/>
              </a:rPr>
              <a:t>Request</a:t>
            </a:r>
            <a:endParaRPr lang="es-GT" dirty="0">
              <a:solidFill>
                <a:schemeClr val="tx1"/>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B9BFB3A6-0AC2-42EC-8C04-D885D73AF4F5}"/>
              </a:ext>
            </a:extLst>
          </p:cNvPr>
          <p:cNvSpPr/>
          <p:nvPr/>
        </p:nvSpPr>
        <p:spPr>
          <a:xfrm>
            <a:off x="3431347"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err="1">
                <a:solidFill>
                  <a:schemeClr val="tx1"/>
                </a:solidFill>
                <a:latin typeface="Arial" panose="020B0604020202020204" pitchFamily="34" charset="0"/>
                <a:cs typeface="Arial" panose="020B0604020202020204" pitchFamily="34" charset="0"/>
              </a:rPr>
              <a:t>Call</a:t>
            </a:r>
            <a:r>
              <a:rPr lang="es-GT" dirty="0">
                <a:solidFill>
                  <a:schemeClr val="tx1"/>
                </a:solidFill>
                <a:latin typeface="Arial" panose="020B0604020202020204" pitchFamily="34" charset="0"/>
                <a:cs typeface="Arial" panose="020B0604020202020204" pitchFamily="34" charset="0"/>
              </a:rPr>
              <a:t> Back</a:t>
            </a:r>
          </a:p>
        </p:txBody>
      </p:sp>
      <p:sp>
        <p:nvSpPr>
          <p:cNvPr id="20" name="Rectángulo 19">
            <a:extLst>
              <a:ext uri="{FF2B5EF4-FFF2-40B4-BE49-F238E27FC236}">
                <a16:creationId xmlns:a16="http://schemas.microsoft.com/office/drawing/2014/main" id="{44691D03-A9F3-4811-8E0E-79B812B85DB3}"/>
              </a:ext>
            </a:extLst>
          </p:cNvPr>
          <p:cNvSpPr/>
          <p:nvPr/>
        </p:nvSpPr>
        <p:spPr>
          <a:xfrm>
            <a:off x="5076680" y="6232566"/>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No Sale </a:t>
            </a:r>
            <a:r>
              <a:rPr lang="es-GT" dirty="0" err="1">
                <a:solidFill>
                  <a:schemeClr val="tx1"/>
                </a:solidFill>
                <a:latin typeface="Arial" panose="020B0604020202020204" pitchFamily="34" charset="0"/>
                <a:cs typeface="Arial" panose="020B0604020202020204" pitchFamily="34" charset="0"/>
              </a:rPr>
              <a:t>Close</a:t>
            </a:r>
            <a:endParaRPr lang="es-GT" dirty="0">
              <a:solidFill>
                <a:schemeClr val="tx1"/>
              </a:solidFill>
              <a:latin typeface="Arial" panose="020B0604020202020204" pitchFamily="34" charset="0"/>
              <a:cs typeface="Arial" panose="020B0604020202020204" pitchFamily="34" charset="0"/>
            </a:endParaRPr>
          </a:p>
        </p:txBody>
      </p:sp>
      <p:sp>
        <p:nvSpPr>
          <p:cNvPr id="22" name="Rectángulo 21">
            <a:extLst>
              <a:ext uri="{FF2B5EF4-FFF2-40B4-BE49-F238E27FC236}">
                <a16:creationId xmlns:a16="http://schemas.microsoft.com/office/drawing/2014/main" id="{DD8F6038-7FEF-4FAD-9C2D-47B8C2BCF7AD}"/>
              </a:ext>
            </a:extLst>
          </p:cNvPr>
          <p:cNvSpPr/>
          <p:nvPr/>
        </p:nvSpPr>
        <p:spPr>
          <a:xfrm>
            <a:off x="10534949"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r>
              <a:rPr lang="es-GT" dirty="0" err="1">
                <a:solidFill>
                  <a:schemeClr val="tx1"/>
                </a:solidFill>
                <a:latin typeface="Arial" panose="020B0604020202020204" pitchFamily="34" charset="0"/>
                <a:cs typeface="Arial" panose="020B0604020202020204" pitchFamily="34" charset="0"/>
              </a:rPr>
              <a:t>ontinue</a:t>
            </a:r>
            <a:endParaRPr lang="es-GT" dirty="0">
              <a:solidFill>
                <a:schemeClr val="tx1"/>
              </a:solidFill>
              <a:latin typeface="Arial" panose="020B0604020202020204" pitchFamily="34" charset="0"/>
              <a:cs typeface="Arial" panose="020B0604020202020204" pitchFamily="34" charset="0"/>
            </a:endParaRPr>
          </a:p>
        </p:txBody>
      </p:sp>
      <p:sp>
        <p:nvSpPr>
          <p:cNvPr id="16" name="Rectángulo 5">
            <a:extLst>
              <a:ext uri="{FF2B5EF4-FFF2-40B4-BE49-F238E27FC236}">
                <a16:creationId xmlns:a16="http://schemas.microsoft.com/office/drawing/2014/main" id="{B107E9F7-2D83-4404-86A8-FD84915309A5}"/>
              </a:ext>
            </a:extLst>
          </p:cNvPr>
          <p:cNvSpPr/>
          <p:nvPr/>
        </p:nvSpPr>
        <p:spPr>
          <a:xfrm>
            <a:off x="199561" y="5653292"/>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Back</a:t>
            </a:r>
          </a:p>
        </p:txBody>
      </p:sp>
      <p:grpSp>
        <p:nvGrpSpPr>
          <p:cNvPr id="35" name="Group 34">
            <a:extLst>
              <a:ext uri="{FF2B5EF4-FFF2-40B4-BE49-F238E27FC236}">
                <a16:creationId xmlns:a16="http://schemas.microsoft.com/office/drawing/2014/main" id="{12BDEB6D-A7C4-4E98-BCEB-E6384891F549}"/>
              </a:ext>
            </a:extLst>
          </p:cNvPr>
          <p:cNvGrpSpPr/>
          <p:nvPr/>
        </p:nvGrpSpPr>
        <p:grpSpPr>
          <a:xfrm>
            <a:off x="1230924" y="576775"/>
            <a:ext cx="10044332" cy="1229931"/>
            <a:chOff x="1230924" y="576775"/>
            <a:chExt cx="10044332" cy="1229931"/>
          </a:xfrm>
        </p:grpSpPr>
        <p:grpSp>
          <p:nvGrpSpPr>
            <p:cNvPr id="36" name="Grupo 5">
              <a:extLst>
                <a:ext uri="{FF2B5EF4-FFF2-40B4-BE49-F238E27FC236}">
                  <a16:creationId xmlns:a16="http://schemas.microsoft.com/office/drawing/2014/main" id="{AAE7CC1F-FC71-40F2-8966-5A06D52A7332}"/>
                </a:ext>
              </a:extLst>
            </p:cNvPr>
            <p:cNvGrpSpPr/>
            <p:nvPr/>
          </p:nvGrpSpPr>
          <p:grpSpPr>
            <a:xfrm>
              <a:off x="1230924" y="576775"/>
              <a:ext cx="10044332" cy="1229931"/>
              <a:chOff x="1230924" y="576775"/>
              <a:chExt cx="10044332" cy="1229931"/>
            </a:xfrm>
          </p:grpSpPr>
          <p:sp>
            <p:nvSpPr>
              <p:cNvPr id="38" name="Rectángulo 1">
                <a:extLst>
                  <a:ext uri="{FF2B5EF4-FFF2-40B4-BE49-F238E27FC236}">
                    <a16:creationId xmlns:a16="http://schemas.microsoft.com/office/drawing/2014/main" id="{53380066-D28F-40E5-B842-2A3ECABEC235}"/>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dirty="0">
                  <a:ln>
                    <a:solidFill>
                      <a:schemeClr val="bg1"/>
                    </a:solidFill>
                  </a:ln>
                </a:endParaRPr>
              </a:p>
            </p:txBody>
          </p:sp>
          <p:sp>
            <p:nvSpPr>
              <p:cNvPr id="39" name="CuadroTexto 3">
                <a:extLst>
                  <a:ext uri="{FF2B5EF4-FFF2-40B4-BE49-F238E27FC236}">
                    <a16:creationId xmlns:a16="http://schemas.microsoft.com/office/drawing/2014/main" id="{7AB0CEAF-D2B2-4E93-AA3C-D46D195D1490}"/>
                  </a:ext>
                </a:extLst>
              </p:cNvPr>
              <p:cNvSpPr txBox="1"/>
              <p:nvPr/>
            </p:nvSpPr>
            <p:spPr>
              <a:xfrm>
                <a:off x="1441939" y="597240"/>
                <a:ext cx="2052375"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Customer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Name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Issue</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Number</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Resi</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or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Comm</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State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a:t>
                </a:r>
              </a:p>
              <a:p>
                <a:r>
                  <a:rPr lang="es-GT" sz="1200" dirty="0">
                    <a:solidFill>
                      <a:schemeClr val="bg1"/>
                    </a:solidFill>
                    <a:latin typeface="Arial" panose="020B0604020202020204" pitchFamily="34" charset="0"/>
                    <a:cs typeface="Arial" panose="020B0604020202020204" pitchFamily="34" charset="0"/>
                  </a:rPr>
                  <a:t>Brand:</a:t>
                </a:r>
              </a:p>
            </p:txBody>
          </p:sp>
          <p:sp>
            <p:nvSpPr>
              <p:cNvPr id="40" name="CuadroTexto 4">
                <a:extLst>
                  <a:ext uri="{FF2B5EF4-FFF2-40B4-BE49-F238E27FC236}">
                    <a16:creationId xmlns:a16="http://schemas.microsoft.com/office/drawing/2014/main" id="{8EEF2306-AC0D-4640-BD4D-16F1DBC1F1C5}"/>
                  </a:ext>
                </a:extLst>
              </p:cNvPr>
              <p:cNvSpPr txBox="1"/>
              <p:nvPr/>
            </p:nvSpPr>
            <p:spPr>
              <a:xfrm>
                <a:off x="5260399" y="606377"/>
                <a:ext cx="1548614"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Reason:</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Acct</a:t>
                </a:r>
                <a:r>
                  <a:rPr lang="es-GT" sz="1200" dirty="0">
                    <a:solidFill>
                      <a:schemeClr val="bg1"/>
                    </a:solidFill>
                    <a:latin typeface="Arial" panose="020B0604020202020204" pitchFamily="34" charset="0"/>
                    <a:cs typeface="Arial" panose="020B0604020202020204" pitchFamily="34" charset="0"/>
                  </a:rPr>
                  <a:t> No.:</a:t>
                </a:r>
              </a:p>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Date:</a:t>
                </a:r>
              </a:p>
              <a:p>
                <a:r>
                  <a:rPr lang="es-GT" sz="1200" dirty="0" err="1">
                    <a:solidFill>
                      <a:schemeClr val="bg1"/>
                    </a:solidFill>
                    <a:latin typeface="Arial" panose="020B0604020202020204" pitchFamily="34" charset="0"/>
                    <a:cs typeface="Arial" panose="020B0604020202020204" pitchFamily="34" charset="0"/>
                  </a:rPr>
                  <a:t>Campaign</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Row</a:t>
                </a:r>
                <a:r>
                  <a:rPr lang="es-GT" sz="1200" dirty="0">
                    <a:solidFill>
                      <a:schemeClr val="bg1"/>
                    </a:solidFill>
                    <a:latin typeface="Arial" panose="020B0604020202020204" pitchFamily="34" charset="0"/>
                    <a:cs typeface="Arial" panose="020B0604020202020204" pitchFamily="34" charset="0"/>
                  </a:rPr>
                  <a:t> ID:</a:t>
                </a:r>
              </a:p>
              <a:p>
                <a:r>
                  <a:rPr lang="es-GT" sz="1200" dirty="0" err="1">
                    <a:solidFill>
                      <a:schemeClr val="bg1"/>
                    </a:solidFill>
                    <a:latin typeface="Arial" panose="020B0604020202020204" pitchFamily="34" charset="0"/>
                    <a:cs typeface="Arial" panose="020B0604020202020204" pitchFamily="34" charset="0"/>
                  </a:rPr>
                  <a:t>Commodity</a:t>
                </a:r>
                <a:r>
                  <a:rPr lang="es-GT" sz="1200" dirty="0">
                    <a:solidFill>
                      <a:schemeClr val="bg1"/>
                    </a:solidFill>
                    <a:latin typeface="Arial" panose="020B0604020202020204" pitchFamily="34" charset="0"/>
                    <a:cs typeface="Arial" panose="020B0604020202020204" pitchFamily="34" charset="0"/>
                  </a:rPr>
                  <a:t>:</a:t>
                </a:r>
              </a:p>
            </p:txBody>
          </p:sp>
          <p:sp>
            <p:nvSpPr>
              <p:cNvPr id="41" name="CuadroTexto 12">
                <a:extLst>
                  <a:ext uri="{FF2B5EF4-FFF2-40B4-BE49-F238E27FC236}">
                    <a16:creationId xmlns:a16="http://schemas.microsoft.com/office/drawing/2014/main" id="{74F2DEC7-A3E3-4952-9298-C2072F0BB707}"/>
                  </a:ext>
                </a:extLst>
              </p:cNvPr>
              <p:cNvSpPr txBox="1"/>
              <p:nvPr/>
            </p:nvSpPr>
            <p:spPr>
              <a:xfrm>
                <a:off x="9808343" y="1423846"/>
                <a:ext cx="1359877" cy="369332"/>
              </a:xfrm>
              <a:prstGeom prst="rect">
                <a:avLst/>
              </a:prstGeom>
              <a:noFill/>
            </p:spPr>
            <p:txBody>
              <a:bodyPr wrap="square" rtlCol="0">
                <a:spAutoFit/>
              </a:bodyPr>
              <a:lstStyle/>
              <a:p>
                <a:pPr algn="ctr"/>
                <a:r>
                  <a:rPr lang="es-GT" i="1" dirty="0">
                    <a:solidFill>
                      <a:schemeClr val="bg1"/>
                    </a:solidFill>
                    <a:latin typeface="Arial" panose="020B0604020202020204" pitchFamily="34" charset="0"/>
                    <a:cs typeface="Arial" panose="020B0604020202020204" pitchFamily="34" charset="0"/>
                  </a:rPr>
                  <a:t>Lead </a:t>
                </a:r>
                <a:r>
                  <a:rPr lang="es-GT" i="1" dirty="0" err="1">
                    <a:solidFill>
                      <a:schemeClr val="bg1"/>
                    </a:solidFill>
                    <a:latin typeface="Arial" panose="020B0604020202020204" pitchFamily="34" charset="0"/>
                    <a:cs typeface="Arial" panose="020B0604020202020204" pitchFamily="34" charset="0"/>
                  </a:rPr>
                  <a:t>Type</a:t>
                </a:r>
                <a:endParaRPr lang="es-GT" i="1" dirty="0">
                  <a:solidFill>
                    <a:schemeClr val="bg1"/>
                  </a:solidFill>
                  <a:latin typeface="Arial" panose="020B0604020202020204" pitchFamily="34" charset="0"/>
                  <a:cs typeface="Arial" panose="020B0604020202020204" pitchFamily="34" charset="0"/>
                </a:endParaRPr>
              </a:p>
            </p:txBody>
          </p:sp>
        </p:grpSp>
        <p:pic>
          <p:nvPicPr>
            <p:cNvPr id="37" name="Picture 36" descr="A picture containing clipart&#10;&#10;Description automatically generated">
              <a:extLst>
                <a:ext uri="{FF2B5EF4-FFF2-40B4-BE49-F238E27FC236}">
                  <a16:creationId xmlns:a16="http://schemas.microsoft.com/office/drawing/2014/main" id="{C12AEB44-AF7E-483C-AC4B-5B1A0F0E71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
        <p:nvSpPr>
          <p:cNvPr id="17" name="Title 1">
            <a:extLst>
              <a:ext uri="{FF2B5EF4-FFF2-40B4-BE49-F238E27FC236}">
                <a16:creationId xmlns:a16="http://schemas.microsoft.com/office/drawing/2014/main" id="{F52830D0-8147-43C4-804F-53086E882841}"/>
              </a:ext>
            </a:extLst>
          </p:cNvPr>
          <p:cNvSpPr>
            <a:spLocks noGrp="1"/>
          </p:cNvSpPr>
          <p:nvPr>
            <p:ph type="title"/>
          </p:nvPr>
        </p:nvSpPr>
        <p:spPr>
          <a:xfrm>
            <a:off x="838200" y="5176"/>
            <a:ext cx="10515600" cy="592064"/>
          </a:xfrm>
        </p:spPr>
        <p:txBody>
          <a:bodyPr>
            <a:normAutofit/>
          </a:bodyPr>
          <a:lstStyle/>
          <a:p>
            <a:pPr algn="ctr"/>
            <a:r>
              <a:rPr lang="en-US" sz="3200" b="1" dirty="0"/>
              <a:t>SALES DETAIL – OHIO CINCINATTI </a:t>
            </a:r>
            <a:endParaRPr lang="es-GT" sz="3200" b="1" dirty="0"/>
          </a:p>
        </p:txBody>
      </p:sp>
    </p:spTree>
    <p:extLst>
      <p:ext uri="{BB962C8B-B14F-4D97-AF65-F5344CB8AC3E}">
        <p14:creationId xmlns:p14="http://schemas.microsoft.com/office/powerpoint/2010/main" val="79100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348175" y="1966325"/>
            <a:ext cx="11495650" cy="2585323"/>
          </a:xfrm>
          <a:prstGeom prst="rect">
            <a:avLst/>
          </a:prstGeom>
          <a:noFill/>
          <a:ln>
            <a:solidFill>
              <a:schemeClr val="tx1"/>
            </a:solidFill>
          </a:ln>
        </p:spPr>
        <p:txBody>
          <a:bodyPr wrap="square" rtlCol="0">
            <a:spAutoFit/>
          </a:bodyPr>
          <a:lstStyle/>
          <a:p>
            <a:r>
              <a:rPr lang="en-US" dirty="0">
                <a:solidFill>
                  <a:srgbClr val="00B0F0"/>
                </a:solidFill>
                <a:latin typeface="Arial" panose="020B0604020202020204" pitchFamily="34" charset="0"/>
                <a:cs typeface="Arial" panose="020B0604020202020204" pitchFamily="34" charset="0"/>
              </a:rPr>
              <a:t>[DUKE Energy] will still be your utility company. They will still deliver your energy, read the meter, provide your emergency customer service and bill you – just like they always have. Lastly, there are no early termination fees associated with this product, so if the account needs to be cancelled, Cincinnati Bell Energy won’t charge an early termination fee.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PCMS Enrollment Processing: </a:t>
            </a:r>
          </a:p>
          <a:p>
            <a:endParaRPr lang="en-US" dirty="0">
              <a:latin typeface="Arial" panose="020B0604020202020204" pitchFamily="34" charset="0"/>
              <a:cs typeface="Arial" panose="020B0604020202020204" pitchFamily="34" charset="0"/>
            </a:endParaRPr>
          </a:p>
          <a:p>
            <a:r>
              <a:rPr lang="en-US" dirty="0">
                <a:solidFill>
                  <a:srgbClr val="00B0F0"/>
                </a:solidFill>
                <a:latin typeface="Arial" panose="020B0604020202020204" pitchFamily="34" charset="0"/>
                <a:cs typeface="Arial" panose="020B0604020202020204" pitchFamily="34" charset="0"/>
              </a:rPr>
              <a:t>You are the person authorized to enroll your account(s) with Cincinnati Bell Energy, correct? (Must get a Yes)</a:t>
            </a:r>
          </a:p>
          <a:p>
            <a:endParaRPr lang="en-US" dirty="0"/>
          </a:p>
        </p:txBody>
      </p:sp>
      <p:sp>
        <p:nvSpPr>
          <p:cNvPr id="6" name="Rectángulo 5">
            <a:extLst>
              <a:ext uri="{FF2B5EF4-FFF2-40B4-BE49-F238E27FC236}">
                <a16:creationId xmlns:a16="http://schemas.microsoft.com/office/drawing/2014/main" id="{3C511622-D2E1-4618-BA19-CD13882A5BE1}"/>
              </a:ext>
            </a:extLst>
          </p:cNvPr>
          <p:cNvSpPr/>
          <p:nvPr/>
        </p:nvSpPr>
        <p:spPr>
          <a:xfrm>
            <a:off x="181688" y="6246401"/>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Transfer</a:t>
            </a:r>
          </a:p>
        </p:txBody>
      </p:sp>
      <p:sp>
        <p:nvSpPr>
          <p:cNvPr id="14" name="Rectángulo 13">
            <a:extLst>
              <a:ext uri="{FF2B5EF4-FFF2-40B4-BE49-F238E27FC236}">
                <a16:creationId xmlns:a16="http://schemas.microsoft.com/office/drawing/2014/main" id="{500FBC82-A3AC-4646-98D1-51B98E4BEF58}"/>
              </a:ext>
            </a:extLst>
          </p:cNvPr>
          <p:cNvSpPr/>
          <p:nvPr/>
        </p:nvSpPr>
        <p:spPr>
          <a:xfrm>
            <a:off x="1853262"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DNC </a:t>
            </a:r>
            <a:r>
              <a:rPr lang="es-GT" dirty="0" err="1">
                <a:solidFill>
                  <a:schemeClr val="tx1"/>
                </a:solidFill>
                <a:latin typeface="Arial" panose="020B0604020202020204" pitchFamily="34" charset="0"/>
                <a:cs typeface="Arial" panose="020B0604020202020204" pitchFamily="34" charset="0"/>
              </a:rPr>
              <a:t>Request</a:t>
            </a:r>
            <a:endParaRPr lang="es-GT" dirty="0">
              <a:solidFill>
                <a:schemeClr val="tx1"/>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B9BFB3A6-0AC2-42EC-8C04-D885D73AF4F5}"/>
              </a:ext>
            </a:extLst>
          </p:cNvPr>
          <p:cNvSpPr/>
          <p:nvPr/>
        </p:nvSpPr>
        <p:spPr>
          <a:xfrm>
            <a:off x="3431347"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err="1">
                <a:solidFill>
                  <a:schemeClr val="tx1"/>
                </a:solidFill>
                <a:latin typeface="Arial" panose="020B0604020202020204" pitchFamily="34" charset="0"/>
                <a:cs typeface="Arial" panose="020B0604020202020204" pitchFamily="34" charset="0"/>
              </a:rPr>
              <a:t>Call</a:t>
            </a:r>
            <a:r>
              <a:rPr lang="es-GT" dirty="0">
                <a:solidFill>
                  <a:schemeClr val="tx1"/>
                </a:solidFill>
                <a:latin typeface="Arial" panose="020B0604020202020204" pitchFamily="34" charset="0"/>
                <a:cs typeface="Arial" panose="020B0604020202020204" pitchFamily="34" charset="0"/>
              </a:rPr>
              <a:t> Back</a:t>
            </a:r>
          </a:p>
        </p:txBody>
      </p:sp>
      <p:sp>
        <p:nvSpPr>
          <p:cNvPr id="20" name="Rectángulo 19">
            <a:extLst>
              <a:ext uri="{FF2B5EF4-FFF2-40B4-BE49-F238E27FC236}">
                <a16:creationId xmlns:a16="http://schemas.microsoft.com/office/drawing/2014/main" id="{44691D03-A9F3-4811-8E0E-79B812B85DB3}"/>
              </a:ext>
            </a:extLst>
          </p:cNvPr>
          <p:cNvSpPr/>
          <p:nvPr/>
        </p:nvSpPr>
        <p:spPr>
          <a:xfrm>
            <a:off x="5076680" y="6232566"/>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No Sale </a:t>
            </a:r>
            <a:r>
              <a:rPr lang="es-GT" dirty="0" err="1">
                <a:solidFill>
                  <a:schemeClr val="tx1"/>
                </a:solidFill>
                <a:latin typeface="Arial" panose="020B0604020202020204" pitchFamily="34" charset="0"/>
                <a:cs typeface="Arial" panose="020B0604020202020204" pitchFamily="34" charset="0"/>
              </a:rPr>
              <a:t>Close</a:t>
            </a:r>
            <a:endParaRPr lang="es-GT" dirty="0">
              <a:solidFill>
                <a:schemeClr val="tx1"/>
              </a:solidFill>
              <a:latin typeface="Arial" panose="020B0604020202020204" pitchFamily="34" charset="0"/>
              <a:cs typeface="Arial" panose="020B0604020202020204" pitchFamily="34" charset="0"/>
            </a:endParaRPr>
          </a:p>
        </p:txBody>
      </p:sp>
      <p:sp>
        <p:nvSpPr>
          <p:cNvPr id="22" name="Rectángulo 21">
            <a:extLst>
              <a:ext uri="{FF2B5EF4-FFF2-40B4-BE49-F238E27FC236}">
                <a16:creationId xmlns:a16="http://schemas.microsoft.com/office/drawing/2014/main" id="{DD8F6038-7FEF-4FAD-9C2D-47B8C2BCF7AD}"/>
              </a:ext>
            </a:extLst>
          </p:cNvPr>
          <p:cNvSpPr/>
          <p:nvPr/>
        </p:nvSpPr>
        <p:spPr>
          <a:xfrm>
            <a:off x="10534949"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err="1">
                <a:solidFill>
                  <a:schemeClr val="tx1"/>
                </a:solidFill>
                <a:latin typeface="Arial" panose="020B0604020202020204" pitchFamily="34" charset="0"/>
                <a:cs typeface="Arial" panose="020B0604020202020204" pitchFamily="34" charset="0"/>
              </a:rPr>
              <a:t>Continue</a:t>
            </a:r>
            <a:endParaRPr lang="es-GT" dirty="0">
              <a:solidFill>
                <a:schemeClr val="tx1"/>
              </a:solidFill>
              <a:latin typeface="Arial" panose="020B0604020202020204" pitchFamily="34" charset="0"/>
              <a:cs typeface="Arial" panose="020B0604020202020204" pitchFamily="34" charset="0"/>
            </a:endParaRPr>
          </a:p>
        </p:txBody>
      </p:sp>
      <p:sp>
        <p:nvSpPr>
          <p:cNvPr id="16" name="Rectángulo 5">
            <a:extLst>
              <a:ext uri="{FF2B5EF4-FFF2-40B4-BE49-F238E27FC236}">
                <a16:creationId xmlns:a16="http://schemas.microsoft.com/office/drawing/2014/main" id="{9C605631-B521-4F9B-9F82-ACDD9A9D6B7C}"/>
              </a:ext>
            </a:extLst>
          </p:cNvPr>
          <p:cNvSpPr/>
          <p:nvPr/>
        </p:nvSpPr>
        <p:spPr>
          <a:xfrm>
            <a:off x="199561" y="5653292"/>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Back</a:t>
            </a:r>
          </a:p>
        </p:txBody>
      </p:sp>
      <p:grpSp>
        <p:nvGrpSpPr>
          <p:cNvPr id="35" name="Group 34">
            <a:extLst>
              <a:ext uri="{FF2B5EF4-FFF2-40B4-BE49-F238E27FC236}">
                <a16:creationId xmlns:a16="http://schemas.microsoft.com/office/drawing/2014/main" id="{4A9D267E-50AB-4960-A239-1C8C3A754A0E}"/>
              </a:ext>
            </a:extLst>
          </p:cNvPr>
          <p:cNvGrpSpPr/>
          <p:nvPr/>
        </p:nvGrpSpPr>
        <p:grpSpPr>
          <a:xfrm>
            <a:off x="1230924" y="576775"/>
            <a:ext cx="10044332" cy="1229931"/>
            <a:chOff x="1230924" y="576775"/>
            <a:chExt cx="10044332" cy="1229931"/>
          </a:xfrm>
        </p:grpSpPr>
        <p:grpSp>
          <p:nvGrpSpPr>
            <p:cNvPr id="36" name="Grupo 5">
              <a:extLst>
                <a:ext uri="{FF2B5EF4-FFF2-40B4-BE49-F238E27FC236}">
                  <a16:creationId xmlns:a16="http://schemas.microsoft.com/office/drawing/2014/main" id="{E940B3AA-BD5B-4EA7-A888-0919BE465631}"/>
                </a:ext>
              </a:extLst>
            </p:cNvPr>
            <p:cNvGrpSpPr/>
            <p:nvPr/>
          </p:nvGrpSpPr>
          <p:grpSpPr>
            <a:xfrm>
              <a:off x="1230924" y="576775"/>
              <a:ext cx="10044332" cy="1229931"/>
              <a:chOff x="1230924" y="576775"/>
              <a:chExt cx="10044332" cy="1229931"/>
            </a:xfrm>
          </p:grpSpPr>
          <p:sp>
            <p:nvSpPr>
              <p:cNvPr id="38" name="Rectángulo 1">
                <a:extLst>
                  <a:ext uri="{FF2B5EF4-FFF2-40B4-BE49-F238E27FC236}">
                    <a16:creationId xmlns:a16="http://schemas.microsoft.com/office/drawing/2014/main" id="{F1645C43-0EC2-4A44-8417-5307BD086EEA}"/>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dirty="0">
                  <a:ln>
                    <a:solidFill>
                      <a:schemeClr val="bg1"/>
                    </a:solidFill>
                  </a:ln>
                </a:endParaRPr>
              </a:p>
            </p:txBody>
          </p:sp>
          <p:sp>
            <p:nvSpPr>
              <p:cNvPr id="39" name="CuadroTexto 3">
                <a:extLst>
                  <a:ext uri="{FF2B5EF4-FFF2-40B4-BE49-F238E27FC236}">
                    <a16:creationId xmlns:a16="http://schemas.microsoft.com/office/drawing/2014/main" id="{CE7ECE44-1510-4129-991C-541ACBB51771}"/>
                  </a:ext>
                </a:extLst>
              </p:cNvPr>
              <p:cNvSpPr txBox="1"/>
              <p:nvPr/>
            </p:nvSpPr>
            <p:spPr>
              <a:xfrm>
                <a:off x="1441939" y="597240"/>
                <a:ext cx="2052375"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Customer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Name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Issue</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Number</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Resi</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or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Comm</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State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a:t>
                </a:r>
              </a:p>
              <a:p>
                <a:r>
                  <a:rPr lang="es-GT" sz="1200" dirty="0">
                    <a:solidFill>
                      <a:schemeClr val="bg1"/>
                    </a:solidFill>
                    <a:latin typeface="Arial" panose="020B0604020202020204" pitchFamily="34" charset="0"/>
                    <a:cs typeface="Arial" panose="020B0604020202020204" pitchFamily="34" charset="0"/>
                  </a:rPr>
                  <a:t>Brand:</a:t>
                </a:r>
              </a:p>
            </p:txBody>
          </p:sp>
          <p:sp>
            <p:nvSpPr>
              <p:cNvPr id="40" name="CuadroTexto 4">
                <a:extLst>
                  <a:ext uri="{FF2B5EF4-FFF2-40B4-BE49-F238E27FC236}">
                    <a16:creationId xmlns:a16="http://schemas.microsoft.com/office/drawing/2014/main" id="{CB5A9451-2667-4928-A745-133D14F1FB08}"/>
                  </a:ext>
                </a:extLst>
              </p:cNvPr>
              <p:cNvSpPr txBox="1"/>
              <p:nvPr/>
            </p:nvSpPr>
            <p:spPr>
              <a:xfrm>
                <a:off x="5260399" y="606377"/>
                <a:ext cx="1548614"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Reason:</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Acct</a:t>
                </a:r>
                <a:r>
                  <a:rPr lang="es-GT" sz="1200" dirty="0">
                    <a:solidFill>
                      <a:schemeClr val="bg1"/>
                    </a:solidFill>
                    <a:latin typeface="Arial" panose="020B0604020202020204" pitchFamily="34" charset="0"/>
                    <a:cs typeface="Arial" panose="020B0604020202020204" pitchFamily="34" charset="0"/>
                  </a:rPr>
                  <a:t> No.:</a:t>
                </a:r>
              </a:p>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Date:</a:t>
                </a:r>
              </a:p>
              <a:p>
                <a:r>
                  <a:rPr lang="es-GT" sz="1200" dirty="0" err="1">
                    <a:solidFill>
                      <a:schemeClr val="bg1"/>
                    </a:solidFill>
                    <a:latin typeface="Arial" panose="020B0604020202020204" pitchFamily="34" charset="0"/>
                    <a:cs typeface="Arial" panose="020B0604020202020204" pitchFamily="34" charset="0"/>
                  </a:rPr>
                  <a:t>Campaign</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Row</a:t>
                </a:r>
                <a:r>
                  <a:rPr lang="es-GT" sz="1200" dirty="0">
                    <a:solidFill>
                      <a:schemeClr val="bg1"/>
                    </a:solidFill>
                    <a:latin typeface="Arial" panose="020B0604020202020204" pitchFamily="34" charset="0"/>
                    <a:cs typeface="Arial" panose="020B0604020202020204" pitchFamily="34" charset="0"/>
                  </a:rPr>
                  <a:t> ID:</a:t>
                </a:r>
              </a:p>
              <a:p>
                <a:r>
                  <a:rPr lang="es-GT" sz="1200" dirty="0" err="1">
                    <a:solidFill>
                      <a:schemeClr val="bg1"/>
                    </a:solidFill>
                    <a:latin typeface="Arial" panose="020B0604020202020204" pitchFamily="34" charset="0"/>
                    <a:cs typeface="Arial" panose="020B0604020202020204" pitchFamily="34" charset="0"/>
                  </a:rPr>
                  <a:t>Commodity</a:t>
                </a:r>
                <a:r>
                  <a:rPr lang="es-GT" sz="1200" dirty="0">
                    <a:solidFill>
                      <a:schemeClr val="bg1"/>
                    </a:solidFill>
                    <a:latin typeface="Arial" panose="020B0604020202020204" pitchFamily="34" charset="0"/>
                    <a:cs typeface="Arial" panose="020B0604020202020204" pitchFamily="34" charset="0"/>
                  </a:rPr>
                  <a:t>:</a:t>
                </a:r>
              </a:p>
            </p:txBody>
          </p:sp>
          <p:sp>
            <p:nvSpPr>
              <p:cNvPr id="41" name="CuadroTexto 12">
                <a:extLst>
                  <a:ext uri="{FF2B5EF4-FFF2-40B4-BE49-F238E27FC236}">
                    <a16:creationId xmlns:a16="http://schemas.microsoft.com/office/drawing/2014/main" id="{A32DD0FD-76A4-4537-A73F-4C07C7860C82}"/>
                  </a:ext>
                </a:extLst>
              </p:cNvPr>
              <p:cNvSpPr txBox="1"/>
              <p:nvPr/>
            </p:nvSpPr>
            <p:spPr>
              <a:xfrm>
                <a:off x="9808343" y="1423846"/>
                <a:ext cx="1359877" cy="369332"/>
              </a:xfrm>
              <a:prstGeom prst="rect">
                <a:avLst/>
              </a:prstGeom>
              <a:noFill/>
            </p:spPr>
            <p:txBody>
              <a:bodyPr wrap="square" rtlCol="0">
                <a:spAutoFit/>
              </a:bodyPr>
              <a:lstStyle/>
              <a:p>
                <a:pPr algn="ctr"/>
                <a:r>
                  <a:rPr lang="es-GT" i="1" dirty="0">
                    <a:solidFill>
                      <a:schemeClr val="bg1"/>
                    </a:solidFill>
                    <a:latin typeface="Arial" panose="020B0604020202020204" pitchFamily="34" charset="0"/>
                    <a:cs typeface="Arial" panose="020B0604020202020204" pitchFamily="34" charset="0"/>
                  </a:rPr>
                  <a:t>Lead </a:t>
                </a:r>
                <a:r>
                  <a:rPr lang="es-GT" i="1" dirty="0" err="1">
                    <a:solidFill>
                      <a:schemeClr val="bg1"/>
                    </a:solidFill>
                    <a:latin typeface="Arial" panose="020B0604020202020204" pitchFamily="34" charset="0"/>
                    <a:cs typeface="Arial" panose="020B0604020202020204" pitchFamily="34" charset="0"/>
                  </a:rPr>
                  <a:t>Type</a:t>
                </a:r>
                <a:endParaRPr lang="es-GT" i="1" dirty="0">
                  <a:solidFill>
                    <a:schemeClr val="bg1"/>
                  </a:solidFill>
                  <a:latin typeface="Arial" panose="020B0604020202020204" pitchFamily="34" charset="0"/>
                  <a:cs typeface="Arial" panose="020B0604020202020204" pitchFamily="34" charset="0"/>
                </a:endParaRPr>
              </a:p>
            </p:txBody>
          </p:sp>
        </p:grpSp>
        <p:pic>
          <p:nvPicPr>
            <p:cNvPr id="37" name="Picture 36" descr="A picture containing clipart&#10;&#10;Description automatically generated">
              <a:extLst>
                <a:ext uri="{FF2B5EF4-FFF2-40B4-BE49-F238E27FC236}">
                  <a16:creationId xmlns:a16="http://schemas.microsoft.com/office/drawing/2014/main" id="{1B4FF6CB-83DE-4EF5-B11D-7A2A3A1A8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
        <p:nvSpPr>
          <p:cNvPr id="17" name="Title 1">
            <a:extLst>
              <a:ext uri="{FF2B5EF4-FFF2-40B4-BE49-F238E27FC236}">
                <a16:creationId xmlns:a16="http://schemas.microsoft.com/office/drawing/2014/main" id="{880DBB19-5558-484E-A20D-99F4A06F9F18}"/>
              </a:ext>
            </a:extLst>
          </p:cNvPr>
          <p:cNvSpPr>
            <a:spLocks noGrp="1"/>
          </p:cNvSpPr>
          <p:nvPr>
            <p:ph type="title"/>
          </p:nvPr>
        </p:nvSpPr>
        <p:spPr>
          <a:xfrm>
            <a:off x="838200" y="22346"/>
            <a:ext cx="10515600" cy="592064"/>
          </a:xfrm>
        </p:spPr>
        <p:txBody>
          <a:bodyPr>
            <a:normAutofit/>
          </a:bodyPr>
          <a:lstStyle/>
          <a:p>
            <a:pPr algn="ctr"/>
            <a:r>
              <a:rPr lang="en-US" sz="3200" b="1" dirty="0"/>
              <a:t>SALES INFO  – OHIO CINCINATTI </a:t>
            </a:r>
            <a:endParaRPr lang="es-GT" sz="3200" b="1" dirty="0"/>
          </a:p>
        </p:txBody>
      </p:sp>
    </p:spTree>
    <p:extLst>
      <p:ext uri="{BB962C8B-B14F-4D97-AF65-F5344CB8AC3E}">
        <p14:creationId xmlns:p14="http://schemas.microsoft.com/office/powerpoint/2010/main" val="687007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348175" y="1966325"/>
            <a:ext cx="11495650" cy="369332"/>
          </a:xfrm>
          <a:prstGeom prst="rect">
            <a:avLst/>
          </a:prstGeom>
          <a:noFill/>
          <a:ln>
            <a:solidFill>
              <a:schemeClr val="tx1"/>
            </a:solidFill>
          </a:ln>
        </p:spPr>
        <p:txBody>
          <a:bodyPr wrap="square" rtlCol="0">
            <a:spAutoFit/>
          </a:bodyPr>
          <a:lstStyle/>
          <a:p>
            <a:pPr algn="just"/>
            <a:r>
              <a:rPr lang="en-US" dirty="0">
                <a:latin typeface="Arial" panose="020B0604020202020204" pitchFamily="34" charset="0"/>
                <a:cs typeface="Arial" panose="020B0604020202020204" pitchFamily="34" charset="0"/>
              </a:rPr>
              <a:t>Other than this account, do you have any other natural gas accounts at this or any other location?</a:t>
            </a:r>
          </a:p>
        </p:txBody>
      </p:sp>
      <p:sp>
        <p:nvSpPr>
          <p:cNvPr id="10" name="CuadroTexto 9">
            <a:extLst>
              <a:ext uri="{FF2B5EF4-FFF2-40B4-BE49-F238E27FC236}">
                <a16:creationId xmlns:a16="http://schemas.microsoft.com/office/drawing/2014/main" id="{4966F3D0-B879-4021-B191-6D320FFE2E5B}"/>
              </a:ext>
            </a:extLst>
          </p:cNvPr>
          <p:cNvSpPr txBox="1"/>
          <p:nvPr/>
        </p:nvSpPr>
        <p:spPr>
          <a:xfrm>
            <a:off x="0" y="0"/>
            <a:ext cx="12192000" cy="523220"/>
          </a:xfrm>
          <a:prstGeom prst="rect">
            <a:avLst/>
          </a:prstGeom>
          <a:noFill/>
        </p:spPr>
        <p:txBody>
          <a:bodyPr wrap="square" rtlCol="0">
            <a:spAutoFit/>
          </a:bodyPr>
          <a:lstStyle/>
          <a:p>
            <a:pPr algn="ctr"/>
            <a:r>
              <a:rPr lang="es-GT" sz="2800" b="1" dirty="0" err="1"/>
              <a:t>Additional</a:t>
            </a:r>
            <a:r>
              <a:rPr lang="es-GT" sz="2800" b="1" dirty="0"/>
              <a:t> Sale</a:t>
            </a:r>
            <a:endParaRPr lang="es-GT" sz="2800" b="1" i="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9" name="Rectángulo 18">
            <a:extLst>
              <a:ext uri="{FF2B5EF4-FFF2-40B4-BE49-F238E27FC236}">
                <a16:creationId xmlns:a16="http://schemas.microsoft.com/office/drawing/2014/main" id="{DFA3DE95-4A3B-4647-B604-97C312DFD30D}"/>
              </a:ext>
            </a:extLst>
          </p:cNvPr>
          <p:cNvSpPr/>
          <p:nvPr/>
        </p:nvSpPr>
        <p:spPr>
          <a:xfrm>
            <a:off x="7187191" y="4886939"/>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No</a:t>
            </a:r>
          </a:p>
        </p:txBody>
      </p:sp>
      <p:sp>
        <p:nvSpPr>
          <p:cNvPr id="20" name="Rectángulo 19">
            <a:extLst>
              <a:ext uri="{FF2B5EF4-FFF2-40B4-BE49-F238E27FC236}">
                <a16:creationId xmlns:a16="http://schemas.microsoft.com/office/drawing/2014/main" id="{44691D03-A9F3-4811-8E0E-79B812B85DB3}"/>
              </a:ext>
            </a:extLst>
          </p:cNvPr>
          <p:cNvSpPr/>
          <p:nvPr/>
        </p:nvSpPr>
        <p:spPr>
          <a:xfrm>
            <a:off x="3217667" y="4886939"/>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Yes </a:t>
            </a:r>
          </a:p>
        </p:txBody>
      </p:sp>
      <p:sp>
        <p:nvSpPr>
          <p:cNvPr id="16" name="Rectángulo 5">
            <a:extLst>
              <a:ext uri="{FF2B5EF4-FFF2-40B4-BE49-F238E27FC236}">
                <a16:creationId xmlns:a16="http://schemas.microsoft.com/office/drawing/2014/main" id="{A2665C3B-85B8-4C18-B733-5A14B050F487}"/>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Back</a:t>
            </a:r>
          </a:p>
        </p:txBody>
      </p:sp>
      <p:grpSp>
        <p:nvGrpSpPr>
          <p:cNvPr id="24" name="Group 23">
            <a:extLst>
              <a:ext uri="{FF2B5EF4-FFF2-40B4-BE49-F238E27FC236}">
                <a16:creationId xmlns:a16="http://schemas.microsoft.com/office/drawing/2014/main" id="{DBF42AC0-5370-43E7-9654-4274250BAA11}"/>
              </a:ext>
            </a:extLst>
          </p:cNvPr>
          <p:cNvGrpSpPr/>
          <p:nvPr/>
        </p:nvGrpSpPr>
        <p:grpSpPr>
          <a:xfrm>
            <a:off x="1230924" y="576775"/>
            <a:ext cx="10044332" cy="1229931"/>
            <a:chOff x="1230924" y="576775"/>
            <a:chExt cx="10044332" cy="1229931"/>
          </a:xfrm>
        </p:grpSpPr>
        <p:grpSp>
          <p:nvGrpSpPr>
            <p:cNvPr id="25" name="Grupo 5">
              <a:extLst>
                <a:ext uri="{FF2B5EF4-FFF2-40B4-BE49-F238E27FC236}">
                  <a16:creationId xmlns:a16="http://schemas.microsoft.com/office/drawing/2014/main" id="{1207C070-19B7-4032-AA2F-7207ABA87DD7}"/>
                </a:ext>
              </a:extLst>
            </p:cNvPr>
            <p:cNvGrpSpPr/>
            <p:nvPr/>
          </p:nvGrpSpPr>
          <p:grpSpPr>
            <a:xfrm>
              <a:off x="1230924" y="576775"/>
              <a:ext cx="10044332" cy="1229931"/>
              <a:chOff x="1230924" y="576775"/>
              <a:chExt cx="10044332" cy="1229931"/>
            </a:xfrm>
          </p:grpSpPr>
          <p:sp>
            <p:nvSpPr>
              <p:cNvPr id="27" name="Rectángulo 1">
                <a:extLst>
                  <a:ext uri="{FF2B5EF4-FFF2-40B4-BE49-F238E27FC236}">
                    <a16:creationId xmlns:a16="http://schemas.microsoft.com/office/drawing/2014/main" id="{03F24EBA-DE59-4D82-A4B7-DD34AD322B6D}"/>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dirty="0">
                  <a:ln>
                    <a:solidFill>
                      <a:schemeClr val="bg1"/>
                    </a:solidFill>
                  </a:ln>
                </a:endParaRPr>
              </a:p>
            </p:txBody>
          </p:sp>
          <p:sp>
            <p:nvSpPr>
              <p:cNvPr id="28" name="CuadroTexto 3">
                <a:extLst>
                  <a:ext uri="{FF2B5EF4-FFF2-40B4-BE49-F238E27FC236}">
                    <a16:creationId xmlns:a16="http://schemas.microsoft.com/office/drawing/2014/main" id="{33C369B5-93E3-45E4-B7B2-F8DD3E8C4BBD}"/>
                  </a:ext>
                </a:extLst>
              </p:cNvPr>
              <p:cNvSpPr txBox="1"/>
              <p:nvPr/>
            </p:nvSpPr>
            <p:spPr>
              <a:xfrm>
                <a:off x="1441939" y="597240"/>
                <a:ext cx="2052375"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Customer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Name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Issue</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Number</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Resi</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or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Comm</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State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a:t>
                </a:r>
              </a:p>
              <a:p>
                <a:r>
                  <a:rPr lang="es-GT" sz="1200" dirty="0">
                    <a:solidFill>
                      <a:schemeClr val="bg1"/>
                    </a:solidFill>
                    <a:latin typeface="Arial" panose="020B0604020202020204" pitchFamily="34" charset="0"/>
                    <a:cs typeface="Arial" panose="020B0604020202020204" pitchFamily="34" charset="0"/>
                  </a:rPr>
                  <a:t>Brand:</a:t>
                </a:r>
              </a:p>
            </p:txBody>
          </p:sp>
          <p:sp>
            <p:nvSpPr>
              <p:cNvPr id="29" name="CuadroTexto 4">
                <a:extLst>
                  <a:ext uri="{FF2B5EF4-FFF2-40B4-BE49-F238E27FC236}">
                    <a16:creationId xmlns:a16="http://schemas.microsoft.com/office/drawing/2014/main" id="{C290A5FF-F0B7-4F59-985D-32816501347F}"/>
                  </a:ext>
                </a:extLst>
              </p:cNvPr>
              <p:cNvSpPr txBox="1"/>
              <p:nvPr/>
            </p:nvSpPr>
            <p:spPr>
              <a:xfrm>
                <a:off x="5260399" y="606377"/>
                <a:ext cx="1548614"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Reason:</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Acct</a:t>
                </a:r>
                <a:r>
                  <a:rPr lang="es-GT" sz="1200" dirty="0">
                    <a:solidFill>
                      <a:schemeClr val="bg1"/>
                    </a:solidFill>
                    <a:latin typeface="Arial" panose="020B0604020202020204" pitchFamily="34" charset="0"/>
                    <a:cs typeface="Arial" panose="020B0604020202020204" pitchFamily="34" charset="0"/>
                  </a:rPr>
                  <a:t> No.:</a:t>
                </a:r>
              </a:p>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Date:</a:t>
                </a:r>
              </a:p>
              <a:p>
                <a:r>
                  <a:rPr lang="es-GT" sz="1200" dirty="0" err="1">
                    <a:solidFill>
                      <a:schemeClr val="bg1"/>
                    </a:solidFill>
                    <a:latin typeface="Arial" panose="020B0604020202020204" pitchFamily="34" charset="0"/>
                    <a:cs typeface="Arial" panose="020B0604020202020204" pitchFamily="34" charset="0"/>
                  </a:rPr>
                  <a:t>Campaign</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Row</a:t>
                </a:r>
                <a:r>
                  <a:rPr lang="es-GT" sz="1200" dirty="0">
                    <a:solidFill>
                      <a:schemeClr val="bg1"/>
                    </a:solidFill>
                    <a:latin typeface="Arial" panose="020B0604020202020204" pitchFamily="34" charset="0"/>
                    <a:cs typeface="Arial" panose="020B0604020202020204" pitchFamily="34" charset="0"/>
                  </a:rPr>
                  <a:t> ID:</a:t>
                </a:r>
              </a:p>
              <a:p>
                <a:r>
                  <a:rPr lang="es-GT" sz="1200" dirty="0" err="1">
                    <a:solidFill>
                      <a:schemeClr val="bg1"/>
                    </a:solidFill>
                    <a:latin typeface="Arial" panose="020B0604020202020204" pitchFamily="34" charset="0"/>
                    <a:cs typeface="Arial" panose="020B0604020202020204" pitchFamily="34" charset="0"/>
                  </a:rPr>
                  <a:t>Commodity</a:t>
                </a:r>
                <a:r>
                  <a:rPr lang="es-GT" sz="1200" dirty="0">
                    <a:solidFill>
                      <a:schemeClr val="bg1"/>
                    </a:solidFill>
                    <a:latin typeface="Arial" panose="020B0604020202020204" pitchFamily="34" charset="0"/>
                    <a:cs typeface="Arial" panose="020B0604020202020204" pitchFamily="34" charset="0"/>
                  </a:rPr>
                  <a:t>:</a:t>
                </a:r>
              </a:p>
            </p:txBody>
          </p:sp>
          <p:sp>
            <p:nvSpPr>
              <p:cNvPr id="30" name="CuadroTexto 12">
                <a:extLst>
                  <a:ext uri="{FF2B5EF4-FFF2-40B4-BE49-F238E27FC236}">
                    <a16:creationId xmlns:a16="http://schemas.microsoft.com/office/drawing/2014/main" id="{AC044954-0C44-4939-A6C6-98737543693A}"/>
                  </a:ext>
                </a:extLst>
              </p:cNvPr>
              <p:cNvSpPr txBox="1"/>
              <p:nvPr/>
            </p:nvSpPr>
            <p:spPr>
              <a:xfrm>
                <a:off x="9808343" y="1423846"/>
                <a:ext cx="1359877" cy="369332"/>
              </a:xfrm>
              <a:prstGeom prst="rect">
                <a:avLst/>
              </a:prstGeom>
              <a:noFill/>
            </p:spPr>
            <p:txBody>
              <a:bodyPr wrap="square" rtlCol="0">
                <a:spAutoFit/>
              </a:bodyPr>
              <a:lstStyle/>
              <a:p>
                <a:pPr algn="ctr"/>
                <a:r>
                  <a:rPr lang="es-GT" i="1" dirty="0">
                    <a:solidFill>
                      <a:schemeClr val="bg1"/>
                    </a:solidFill>
                    <a:latin typeface="Arial" panose="020B0604020202020204" pitchFamily="34" charset="0"/>
                    <a:cs typeface="Arial" panose="020B0604020202020204" pitchFamily="34" charset="0"/>
                  </a:rPr>
                  <a:t>Lead </a:t>
                </a:r>
                <a:r>
                  <a:rPr lang="es-GT" i="1" dirty="0" err="1">
                    <a:solidFill>
                      <a:schemeClr val="bg1"/>
                    </a:solidFill>
                    <a:latin typeface="Arial" panose="020B0604020202020204" pitchFamily="34" charset="0"/>
                    <a:cs typeface="Arial" panose="020B0604020202020204" pitchFamily="34" charset="0"/>
                  </a:rPr>
                  <a:t>Type</a:t>
                </a:r>
                <a:endParaRPr lang="es-GT" i="1" dirty="0">
                  <a:solidFill>
                    <a:schemeClr val="bg1"/>
                  </a:solidFill>
                  <a:latin typeface="Arial" panose="020B0604020202020204" pitchFamily="34" charset="0"/>
                  <a:cs typeface="Arial" panose="020B0604020202020204" pitchFamily="34" charset="0"/>
                </a:endParaRPr>
              </a:p>
            </p:txBody>
          </p:sp>
        </p:grpSp>
        <p:pic>
          <p:nvPicPr>
            <p:cNvPr id="26" name="Picture 25" descr="A picture containing clipart&#10;&#10;Description automatically generated">
              <a:extLst>
                <a:ext uri="{FF2B5EF4-FFF2-40B4-BE49-F238E27FC236}">
                  <a16:creationId xmlns:a16="http://schemas.microsoft.com/office/drawing/2014/main" id="{B6AEC5B0-0EA3-40C7-AFF1-2E210BDAF6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
        <p:nvSpPr>
          <p:cNvPr id="2" name="Rectangle 1">
            <a:extLst>
              <a:ext uri="{FF2B5EF4-FFF2-40B4-BE49-F238E27FC236}">
                <a16:creationId xmlns:a16="http://schemas.microsoft.com/office/drawing/2014/main" id="{E3F98735-2A52-4FC5-B330-9AAF42B7D72A}"/>
              </a:ext>
            </a:extLst>
          </p:cNvPr>
          <p:cNvSpPr/>
          <p:nvPr/>
        </p:nvSpPr>
        <p:spPr>
          <a:xfrm>
            <a:off x="4871803" y="3442075"/>
            <a:ext cx="3309947" cy="3366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GT"/>
          </a:p>
        </p:txBody>
      </p:sp>
      <p:sp>
        <p:nvSpPr>
          <p:cNvPr id="15" name="Rectangle 14">
            <a:extLst>
              <a:ext uri="{FF2B5EF4-FFF2-40B4-BE49-F238E27FC236}">
                <a16:creationId xmlns:a16="http://schemas.microsoft.com/office/drawing/2014/main" id="{35B5F285-00BF-4DBE-A40E-EB05697A7BAA}"/>
              </a:ext>
            </a:extLst>
          </p:cNvPr>
          <p:cNvSpPr/>
          <p:nvPr/>
        </p:nvSpPr>
        <p:spPr>
          <a:xfrm>
            <a:off x="2468126" y="3429000"/>
            <a:ext cx="2095741" cy="34976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Additional Zip Code</a:t>
            </a:r>
            <a:endParaRPr lang="es-GT" dirty="0"/>
          </a:p>
        </p:txBody>
      </p:sp>
    </p:spTree>
    <p:extLst>
      <p:ext uri="{BB962C8B-B14F-4D97-AF65-F5344CB8AC3E}">
        <p14:creationId xmlns:p14="http://schemas.microsoft.com/office/powerpoint/2010/main" val="2873503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348175" y="1966325"/>
            <a:ext cx="11495650" cy="2308324"/>
          </a:xfrm>
          <a:prstGeom prst="rect">
            <a:avLst/>
          </a:prstGeom>
          <a:noFill/>
          <a:ln>
            <a:solidFill>
              <a:schemeClr val="tx1"/>
            </a:solidFill>
          </a:ln>
        </p:spPr>
        <p:txBody>
          <a:bodyPr wrap="square" rtlCol="0">
            <a:spAutoFit/>
          </a:bodyPr>
          <a:lstStyle/>
          <a:p>
            <a:r>
              <a:rPr lang="en-US" dirty="0">
                <a:solidFill>
                  <a:srgbClr val="00B0F0"/>
                </a:solidFill>
                <a:latin typeface="Arial" panose="020B0604020202020204" pitchFamily="34" charset="0"/>
                <a:cs typeface="Arial" panose="020B0604020202020204" pitchFamily="34" charset="0"/>
              </a:rPr>
              <a:t>Please provide your full name (how it appears on your bill) and email address </a:t>
            </a:r>
          </a:p>
          <a:p>
            <a:endParaRPr lang="en-US" dirty="0">
              <a:solidFill>
                <a:srgbClr val="00B0F0"/>
              </a:solidFill>
              <a:latin typeface="Arial" panose="020B0604020202020204" pitchFamily="34" charset="0"/>
              <a:cs typeface="Arial" panose="020B0604020202020204" pitchFamily="34" charset="0"/>
            </a:endParaRPr>
          </a:p>
          <a:p>
            <a:r>
              <a:rPr lang="en-US" dirty="0">
                <a:solidFill>
                  <a:srgbClr val="00B0F0"/>
                </a:solidFill>
                <a:latin typeface="Arial" panose="020B0604020202020204" pitchFamily="34" charset="0"/>
                <a:cs typeface="Arial" panose="020B0604020202020204" pitchFamily="34" charset="0"/>
              </a:rPr>
              <a:t>Great, now I need to confirm your intent to enroll and that you understand Cincinnati Bell Energy is not your current energy supplier and you always have the right to remain with [DUKE Energy] or select any other alternative energy supplier? May I please have a clear yes or no?</a:t>
            </a:r>
          </a:p>
          <a:p>
            <a:endParaRPr lang="en-US" dirty="0">
              <a:solidFill>
                <a:srgbClr val="00B0F0"/>
              </a:solidFill>
              <a:latin typeface="Arial" panose="020B0604020202020204" pitchFamily="34" charset="0"/>
              <a:cs typeface="Arial" panose="020B0604020202020204" pitchFamily="34" charset="0"/>
            </a:endParaRPr>
          </a:p>
          <a:p>
            <a:r>
              <a:rPr lang="en-US" dirty="0">
                <a:solidFill>
                  <a:srgbClr val="00B0F0"/>
                </a:solidFill>
                <a:latin typeface="Arial" panose="020B0604020202020204" pitchFamily="34" charset="0"/>
                <a:cs typeface="Arial" panose="020B0604020202020204" pitchFamily="34" charset="0"/>
              </a:rPr>
              <a:t>Is your account tax exempt? (If YES) Please fax a copy of your tax-exempt certificate to taxexemptions@criusenergy.com</a:t>
            </a:r>
          </a:p>
        </p:txBody>
      </p:sp>
      <p:sp>
        <p:nvSpPr>
          <p:cNvPr id="25" name="Rectángulo 18">
            <a:extLst>
              <a:ext uri="{FF2B5EF4-FFF2-40B4-BE49-F238E27FC236}">
                <a16:creationId xmlns:a16="http://schemas.microsoft.com/office/drawing/2014/main" id="{798378AB-30E3-4E76-BC50-CACF1B259872}"/>
              </a:ext>
            </a:extLst>
          </p:cNvPr>
          <p:cNvSpPr/>
          <p:nvPr/>
        </p:nvSpPr>
        <p:spPr>
          <a:xfrm>
            <a:off x="7187191" y="5726204"/>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No</a:t>
            </a:r>
          </a:p>
        </p:txBody>
      </p:sp>
      <p:sp>
        <p:nvSpPr>
          <p:cNvPr id="26" name="Rectángulo 19">
            <a:extLst>
              <a:ext uri="{FF2B5EF4-FFF2-40B4-BE49-F238E27FC236}">
                <a16:creationId xmlns:a16="http://schemas.microsoft.com/office/drawing/2014/main" id="{5F379E26-4AE6-4DDB-9639-B5441ABF43EB}"/>
              </a:ext>
            </a:extLst>
          </p:cNvPr>
          <p:cNvSpPr/>
          <p:nvPr/>
        </p:nvSpPr>
        <p:spPr>
          <a:xfrm>
            <a:off x="3217669" y="5726204"/>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Yes</a:t>
            </a:r>
          </a:p>
        </p:txBody>
      </p:sp>
      <p:sp>
        <p:nvSpPr>
          <p:cNvPr id="27" name="Rectángulo 5">
            <a:extLst>
              <a:ext uri="{FF2B5EF4-FFF2-40B4-BE49-F238E27FC236}">
                <a16:creationId xmlns:a16="http://schemas.microsoft.com/office/drawing/2014/main" id="{F3D425EF-ED8C-4359-811A-1F79035681D6}"/>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dirty="0">
                <a:solidFill>
                  <a:schemeClr val="tx1"/>
                </a:solidFill>
                <a:latin typeface="Arial" panose="020B0604020202020204" pitchFamily="34" charset="0"/>
                <a:cs typeface="Arial" panose="020B0604020202020204" pitchFamily="34" charset="0"/>
              </a:rPr>
              <a:t>Back</a:t>
            </a:r>
          </a:p>
        </p:txBody>
      </p:sp>
      <p:grpSp>
        <p:nvGrpSpPr>
          <p:cNvPr id="21" name="Group 20">
            <a:extLst>
              <a:ext uri="{FF2B5EF4-FFF2-40B4-BE49-F238E27FC236}">
                <a16:creationId xmlns:a16="http://schemas.microsoft.com/office/drawing/2014/main" id="{600A7603-7011-4FCC-91DF-B78FFBB008AE}"/>
              </a:ext>
            </a:extLst>
          </p:cNvPr>
          <p:cNvGrpSpPr/>
          <p:nvPr/>
        </p:nvGrpSpPr>
        <p:grpSpPr>
          <a:xfrm>
            <a:off x="1230924" y="576775"/>
            <a:ext cx="10044332" cy="1229931"/>
            <a:chOff x="1230924" y="576775"/>
            <a:chExt cx="10044332" cy="1229931"/>
          </a:xfrm>
        </p:grpSpPr>
        <p:grpSp>
          <p:nvGrpSpPr>
            <p:cNvPr id="22" name="Grupo 5">
              <a:extLst>
                <a:ext uri="{FF2B5EF4-FFF2-40B4-BE49-F238E27FC236}">
                  <a16:creationId xmlns:a16="http://schemas.microsoft.com/office/drawing/2014/main" id="{74531C9C-0D8C-4DAD-8AFF-CD424BE3A88F}"/>
                </a:ext>
              </a:extLst>
            </p:cNvPr>
            <p:cNvGrpSpPr/>
            <p:nvPr/>
          </p:nvGrpSpPr>
          <p:grpSpPr>
            <a:xfrm>
              <a:off x="1230924" y="576775"/>
              <a:ext cx="10044332" cy="1229931"/>
              <a:chOff x="1230924" y="576775"/>
              <a:chExt cx="10044332" cy="1229931"/>
            </a:xfrm>
          </p:grpSpPr>
          <p:sp>
            <p:nvSpPr>
              <p:cNvPr id="24" name="Rectángulo 1">
                <a:extLst>
                  <a:ext uri="{FF2B5EF4-FFF2-40B4-BE49-F238E27FC236}">
                    <a16:creationId xmlns:a16="http://schemas.microsoft.com/office/drawing/2014/main" id="{28A4BB76-C0F2-4A42-A605-476C6C0C1C47}"/>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dirty="0">
                  <a:ln>
                    <a:solidFill>
                      <a:schemeClr val="bg1"/>
                    </a:solidFill>
                  </a:ln>
                </a:endParaRPr>
              </a:p>
            </p:txBody>
          </p:sp>
          <p:sp>
            <p:nvSpPr>
              <p:cNvPr id="28" name="CuadroTexto 3">
                <a:extLst>
                  <a:ext uri="{FF2B5EF4-FFF2-40B4-BE49-F238E27FC236}">
                    <a16:creationId xmlns:a16="http://schemas.microsoft.com/office/drawing/2014/main" id="{74E9B0D0-1B4F-4677-9680-B3FCEA3A7A37}"/>
                  </a:ext>
                </a:extLst>
              </p:cNvPr>
              <p:cNvSpPr txBox="1"/>
              <p:nvPr/>
            </p:nvSpPr>
            <p:spPr>
              <a:xfrm>
                <a:off x="1441939" y="597240"/>
                <a:ext cx="2052375"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Customer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Name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Issue</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Number</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Resi</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or</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Comm</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State</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a:t>
                </a:r>
              </a:p>
              <a:p>
                <a:r>
                  <a:rPr lang="es-GT" sz="1200" dirty="0">
                    <a:solidFill>
                      <a:schemeClr val="bg1"/>
                    </a:solidFill>
                    <a:latin typeface="Arial" panose="020B0604020202020204" pitchFamily="34" charset="0"/>
                    <a:cs typeface="Arial" panose="020B0604020202020204" pitchFamily="34" charset="0"/>
                  </a:rPr>
                  <a:t>Brand:</a:t>
                </a:r>
              </a:p>
            </p:txBody>
          </p:sp>
          <p:sp>
            <p:nvSpPr>
              <p:cNvPr id="29" name="CuadroTexto 4">
                <a:extLst>
                  <a:ext uri="{FF2B5EF4-FFF2-40B4-BE49-F238E27FC236}">
                    <a16:creationId xmlns:a16="http://schemas.microsoft.com/office/drawing/2014/main" id="{2F5FABEA-C818-474F-AC9F-BD0C17C983D7}"/>
                  </a:ext>
                </a:extLst>
              </p:cNvPr>
              <p:cNvSpPr txBox="1"/>
              <p:nvPr/>
            </p:nvSpPr>
            <p:spPr>
              <a:xfrm>
                <a:off x="5260399" y="606377"/>
                <a:ext cx="1548614" cy="1200329"/>
              </a:xfrm>
              <a:prstGeom prst="rect">
                <a:avLst/>
              </a:prstGeom>
              <a:noFill/>
            </p:spPr>
            <p:txBody>
              <a:bodyPr wrap="square" rtlCol="0">
                <a:spAutoFit/>
              </a:bodyPr>
              <a:lstStyle/>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Reason:</a:t>
                </a:r>
              </a:p>
              <a:p>
                <a:r>
                  <a:rPr lang="es-GT" sz="1200" dirty="0" err="1">
                    <a:solidFill>
                      <a:schemeClr val="bg1"/>
                    </a:solidFill>
                    <a:latin typeface="Arial" panose="020B0604020202020204" pitchFamily="34" charset="0"/>
                    <a:cs typeface="Arial" panose="020B0604020202020204" pitchFamily="34" charset="0"/>
                  </a:rPr>
                  <a:t>Utility</a:t>
                </a:r>
                <a:r>
                  <a:rPr lang="es-GT" sz="1200" dirty="0">
                    <a:solidFill>
                      <a:schemeClr val="bg1"/>
                    </a:solidFill>
                    <a:latin typeface="Arial" panose="020B0604020202020204" pitchFamily="34" charset="0"/>
                    <a:cs typeface="Arial" panose="020B0604020202020204" pitchFamily="34" charset="0"/>
                  </a:rPr>
                  <a:t> </a:t>
                </a:r>
                <a:r>
                  <a:rPr lang="es-GT" sz="1200" dirty="0" err="1">
                    <a:solidFill>
                      <a:schemeClr val="bg1"/>
                    </a:solidFill>
                    <a:latin typeface="Arial" panose="020B0604020202020204" pitchFamily="34" charset="0"/>
                    <a:cs typeface="Arial" panose="020B0604020202020204" pitchFamily="34" charset="0"/>
                  </a:rPr>
                  <a:t>Acct</a:t>
                </a:r>
                <a:r>
                  <a:rPr lang="es-GT" sz="1200" dirty="0">
                    <a:solidFill>
                      <a:schemeClr val="bg1"/>
                    </a:solidFill>
                    <a:latin typeface="Arial" panose="020B0604020202020204" pitchFamily="34" charset="0"/>
                    <a:cs typeface="Arial" panose="020B0604020202020204" pitchFamily="34" charset="0"/>
                  </a:rPr>
                  <a:t> No.:</a:t>
                </a:r>
              </a:p>
              <a:p>
                <a:r>
                  <a:rPr lang="es-GT" sz="1200" dirty="0" err="1">
                    <a:solidFill>
                      <a:schemeClr val="bg1"/>
                    </a:solidFill>
                    <a:latin typeface="Arial" panose="020B0604020202020204" pitchFamily="34" charset="0"/>
                    <a:cs typeface="Arial" panose="020B0604020202020204" pitchFamily="34" charset="0"/>
                  </a:rPr>
                  <a:t>Drop</a:t>
                </a:r>
                <a:r>
                  <a:rPr lang="es-GT" sz="1200" dirty="0">
                    <a:solidFill>
                      <a:schemeClr val="bg1"/>
                    </a:solidFill>
                    <a:latin typeface="Arial" panose="020B0604020202020204" pitchFamily="34" charset="0"/>
                    <a:cs typeface="Arial" panose="020B0604020202020204" pitchFamily="34" charset="0"/>
                  </a:rPr>
                  <a:t> Date:</a:t>
                </a:r>
              </a:p>
              <a:p>
                <a:r>
                  <a:rPr lang="es-GT" sz="1200" dirty="0" err="1">
                    <a:solidFill>
                      <a:schemeClr val="bg1"/>
                    </a:solidFill>
                    <a:latin typeface="Arial" panose="020B0604020202020204" pitchFamily="34" charset="0"/>
                    <a:cs typeface="Arial" panose="020B0604020202020204" pitchFamily="34" charset="0"/>
                  </a:rPr>
                  <a:t>Campaign</a:t>
                </a:r>
                <a:r>
                  <a:rPr lang="es-GT" sz="1200" dirty="0">
                    <a:solidFill>
                      <a:schemeClr val="bg1"/>
                    </a:solidFill>
                    <a:latin typeface="Arial" panose="020B0604020202020204" pitchFamily="34" charset="0"/>
                    <a:cs typeface="Arial" panose="020B0604020202020204" pitchFamily="34" charset="0"/>
                  </a:rPr>
                  <a:t>:</a:t>
                </a:r>
              </a:p>
              <a:p>
                <a:r>
                  <a:rPr lang="es-GT" sz="1200" dirty="0" err="1">
                    <a:solidFill>
                      <a:schemeClr val="bg1"/>
                    </a:solidFill>
                    <a:latin typeface="Arial" panose="020B0604020202020204" pitchFamily="34" charset="0"/>
                    <a:cs typeface="Arial" panose="020B0604020202020204" pitchFamily="34" charset="0"/>
                  </a:rPr>
                  <a:t>Row</a:t>
                </a:r>
                <a:r>
                  <a:rPr lang="es-GT" sz="1200" dirty="0">
                    <a:solidFill>
                      <a:schemeClr val="bg1"/>
                    </a:solidFill>
                    <a:latin typeface="Arial" panose="020B0604020202020204" pitchFamily="34" charset="0"/>
                    <a:cs typeface="Arial" panose="020B0604020202020204" pitchFamily="34" charset="0"/>
                  </a:rPr>
                  <a:t> ID:</a:t>
                </a:r>
              </a:p>
              <a:p>
                <a:r>
                  <a:rPr lang="es-GT" sz="1200" dirty="0" err="1">
                    <a:solidFill>
                      <a:schemeClr val="bg1"/>
                    </a:solidFill>
                    <a:latin typeface="Arial" panose="020B0604020202020204" pitchFamily="34" charset="0"/>
                    <a:cs typeface="Arial" panose="020B0604020202020204" pitchFamily="34" charset="0"/>
                  </a:rPr>
                  <a:t>Commodity</a:t>
                </a:r>
                <a:r>
                  <a:rPr lang="es-GT" sz="1200" dirty="0">
                    <a:solidFill>
                      <a:schemeClr val="bg1"/>
                    </a:solidFill>
                    <a:latin typeface="Arial" panose="020B0604020202020204" pitchFamily="34" charset="0"/>
                    <a:cs typeface="Arial" panose="020B0604020202020204" pitchFamily="34" charset="0"/>
                  </a:rPr>
                  <a:t>:</a:t>
                </a:r>
              </a:p>
            </p:txBody>
          </p:sp>
          <p:sp>
            <p:nvSpPr>
              <p:cNvPr id="30" name="CuadroTexto 12">
                <a:extLst>
                  <a:ext uri="{FF2B5EF4-FFF2-40B4-BE49-F238E27FC236}">
                    <a16:creationId xmlns:a16="http://schemas.microsoft.com/office/drawing/2014/main" id="{FBC9BA5B-503A-426D-98C6-E0A4D8A9600B}"/>
                  </a:ext>
                </a:extLst>
              </p:cNvPr>
              <p:cNvSpPr txBox="1"/>
              <p:nvPr/>
            </p:nvSpPr>
            <p:spPr>
              <a:xfrm>
                <a:off x="9808343" y="1423846"/>
                <a:ext cx="1359877" cy="369332"/>
              </a:xfrm>
              <a:prstGeom prst="rect">
                <a:avLst/>
              </a:prstGeom>
              <a:noFill/>
            </p:spPr>
            <p:txBody>
              <a:bodyPr wrap="square" rtlCol="0">
                <a:spAutoFit/>
              </a:bodyPr>
              <a:lstStyle/>
              <a:p>
                <a:pPr algn="ctr"/>
                <a:r>
                  <a:rPr lang="es-GT" i="1" dirty="0">
                    <a:solidFill>
                      <a:schemeClr val="bg1"/>
                    </a:solidFill>
                    <a:latin typeface="Arial" panose="020B0604020202020204" pitchFamily="34" charset="0"/>
                    <a:cs typeface="Arial" panose="020B0604020202020204" pitchFamily="34" charset="0"/>
                  </a:rPr>
                  <a:t>Lead </a:t>
                </a:r>
                <a:r>
                  <a:rPr lang="es-GT" i="1" dirty="0" err="1">
                    <a:solidFill>
                      <a:schemeClr val="bg1"/>
                    </a:solidFill>
                    <a:latin typeface="Arial" panose="020B0604020202020204" pitchFamily="34" charset="0"/>
                    <a:cs typeface="Arial" panose="020B0604020202020204" pitchFamily="34" charset="0"/>
                  </a:rPr>
                  <a:t>Type</a:t>
                </a:r>
                <a:endParaRPr lang="es-GT" i="1" dirty="0">
                  <a:solidFill>
                    <a:schemeClr val="bg1"/>
                  </a:solidFill>
                  <a:latin typeface="Arial" panose="020B0604020202020204" pitchFamily="34" charset="0"/>
                  <a:cs typeface="Arial" panose="020B0604020202020204" pitchFamily="34" charset="0"/>
                </a:endParaRPr>
              </a:p>
            </p:txBody>
          </p:sp>
        </p:grpSp>
        <p:pic>
          <p:nvPicPr>
            <p:cNvPr id="23" name="Picture 22" descr="A picture containing clipart&#10;&#10;Description automatically generated">
              <a:extLst>
                <a:ext uri="{FF2B5EF4-FFF2-40B4-BE49-F238E27FC236}">
                  <a16:creationId xmlns:a16="http://schemas.microsoft.com/office/drawing/2014/main" id="{7CA75E60-E8F3-48FD-83DE-72BB79E3FC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
        <p:nvSpPr>
          <p:cNvPr id="14" name="Title 1">
            <a:extLst>
              <a:ext uri="{FF2B5EF4-FFF2-40B4-BE49-F238E27FC236}">
                <a16:creationId xmlns:a16="http://schemas.microsoft.com/office/drawing/2014/main" id="{43E26D98-ABEA-4CBC-9C1C-DF2342532723}"/>
              </a:ext>
            </a:extLst>
          </p:cNvPr>
          <p:cNvSpPr>
            <a:spLocks noGrp="1"/>
          </p:cNvSpPr>
          <p:nvPr>
            <p:ph type="title"/>
          </p:nvPr>
        </p:nvSpPr>
        <p:spPr>
          <a:xfrm>
            <a:off x="445476" y="18999"/>
            <a:ext cx="10515600" cy="592064"/>
          </a:xfrm>
        </p:spPr>
        <p:txBody>
          <a:bodyPr>
            <a:normAutofit/>
          </a:bodyPr>
          <a:lstStyle/>
          <a:p>
            <a:pPr algn="ctr"/>
            <a:r>
              <a:rPr lang="it-IT" sz="3200" b="1" dirty="0"/>
              <a:t>Additional Sale Confirmation - Ohio Cincinatti </a:t>
            </a:r>
          </a:p>
        </p:txBody>
      </p:sp>
    </p:spTree>
    <p:extLst>
      <p:ext uri="{BB962C8B-B14F-4D97-AF65-F5344CB8AC3E}">
        <p14:creationId xmlns:p14="http://schemas.microsoft.com/office/powerpoint/2010/main" val="1532602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348175" y="1966325"/>
            <a:ext cx="11495650" cy="2308324"/>
          </a:xfrm>
          <a:prstGeom prst="rect">
            <a:avLst/>
          </a:prstGeom>
          <a:noFill/>
          <a:ln>
            <a:solidFill>
              <a:schemeClr val="tx1"/>
            </a:solidFill>
          </a:ln>
        </p:spPr>
        <p:txBody>
          <a:bodyPr wrap="square" rtlCol="0">
            <a:spAutoFit/>
          </a:bodyPr>
          <a:lstStyle/>
          <a:p>
            <a:r>
              <a:rPr lang="en-US" dirty="0">
                <a:solidFill>
                  <a:srgbClr val="00B0F0"/>
                </a:solidFill>
                <a:latin typeface="Arial" panose="020B0604020202020204" pitchFamily="34" charset="0"/>
                <a:cs typeface="Arial" panose="020B0604020202020204" pitchFamily="34" charset="0"/>
              </a:rPr>
              <a:t>Do you have a pen handy? Please write this on your bill: Todays date and time is &lt;Current Date&gt;/&lt;Current Time&gt;.  My name [Agent Name] is (Give your first and last name) and you can reach me, toll free, at </a:t>
            </a:r>
            <a:r>
              <a:rPr lang="en-US" dirty="0">
                <a:solidFill>
                  <a:srgbClr val="00B0F0"/>
                </a:solidFill>
                <a:highlight>
                  <a:srgbClr val="FFFF00"/>
                </a:highlight>
                <a:latin typeface="Arial" panose="020B0604020202020204" pitchFamily="34" charset="0"/>
                <a:cs typeface="Arial" panose="020B0604020202020204" pitchFamily="34" charset="0"/>
              </a:rPr>
              <a:t>[CID Number]</a:t>
            </a:r>
            <a:r>
              <a:rPr lang="en-US" dirty="0">
                <a:solidFill>
                  <a:srgbClr val="00B0F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if you have any questions. Also write down our website, https://www.cincinnatibell.com/shop-cincinnati-bell/energy and visit it to learn more about our company and the energy efficient products we offer online. </a:t>
            </a:r>
          </a:p>
          <a:p>
            <a:endParaRPr lang="en-US" dirty="0">
              <a:latin typeface="Arial" panose="020B0604020202020204" pitchFamily="34" charset="0"/>
              <a:cs typeface="Arial" panose="020B0604020202020204" pitchFamily="34" charset="0"/>
            </a:endParaRPr>
          </a:p>
          <a:p>
            <a:r>
              <a:rPr lang="en-US" dirty="0">
                <a:solidFill>
                  <a:srgbClr val="00B0F0"/>
                </a:solidFill>
                <a:latin typeface="Arial" panose="020B0604020202020204" pitchFamily="34" charset="0"/>
                <a:cs typeface="Arial" panose="020B0604020202020204" pitchFamily="34" charset="0"/>
              </a:rPr>
              <a:t>Lastly, write down Cincinnati Bell Energy. We will be supplying all the energy for your account(s). Just remember that with this program; you understand that you’re enrolling with Cincinnati Bell Energy, a licensed supplier in the State of Ohio, to receive our rates, OK? </a:t>
            </a:r>
          </a:p>
        </p:txBody>
      </p:sp>
      <p:sp>
        <p:nvSpPr>
          <p:cNvPr id="6" name="Rectángulo 5">
            <a:extLst>
              <a:ext uri="{FF2B5EF4-FFF2-40B4-BE49-F238E27FC236}">
                <a16:creationId xmlns:a16="http://schemas.microsoft.com/office/drawing/2014/main" id="{3C511622-D2E1-4618-BA19-CD13882A5BE1}"/>
              </a:ext>
            </a:extLst>
          </p:cNvPr>
          <p:cNvSpPr/>
          <p:nvPr/>
        </p:nvSpPr>
        <p:spPr>
          <a:xfrm>
            <a:off x="181688" y="6246401"/>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Transfer</a:t>
            </a:r>
          </a:p>
        </p:txBody>
      </p:sp>
      <p:sp>
        <p:nvSpPr>
          <p:cNvPr id="14" name="Rectángulo 13">
            <a:extLst>
              <a:ext uri="{FF2B5EF4-FFF2-40B4-BE49-F238E27FC236}">
                <a16:creationId xmlns:a16="http://schemas.microsoft.com/office/drawing/2014/main" id="{500FBC82-A3AC-4646-98D1-51B98E4BEF58}"/>
              </a:ext>
            </a:extLst>
          </p:cNvPr>
          <p:cNvSpPr/>
          <p:nvPr/>
        </p:nvSpPr>
        <p:spPr>
          <a:xfrm>
            <a:off x="1853262"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DNC </a:t>
            </a:r>
            <a:r>
              <a:rPr lang="es-GT" err="1">
                <a:solidFill>
                  <a:schemeClr val="tx1"/>
                </a:solidFill>
                <a:latin typeface="Arial" panose="020B0604020202020204" pitchFamily="34" charset="0"/>
                <a:cs typeface="Arial" panose="020B0604020202020204" pitchFamily="34" charset="0"/>
              </a:rPr>
              <a:t>Request</a:t>
            </a:r>
            <a:endParaRPr lang="es-GT">
              <a:solidFill>
                <a:schemeClr val="tx1"/>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B9BFB3A6-0AC2-42EC-8C04-D885D73AF4F5}"/>
              </a:ext>
            </a:extLst>
          </p:cNvPr>
          <p:cNvSpPr/>
          <p:nvPr/>
        </p:nvSpPr>
        <p:spPr>
          <a:xfrm>
            <a:off x="3431347"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Call</a:t>
            </a:r>
            <a:r>
              <a:rPr lang="es-GT">
                <a:solidFill>
                  <a:schemeClr val="tx1"/>
                </a:solidFill>
                <a:latin typeface="Arial" panose="020B0604020202020204" pitchFamily="34" charset="0"/>
                <a:cs typeface="Arial" panose="020B0604020202020204" pitchFamily="34" charset="0"/>
              </a:rPr>
              <a:t> Back</a:t>
            </a:r>
          </a:p>
        </p:txBody>
      </p:sp>
      <p:sp>
        <p:nvSpPr>
          <p:cNvPr id="22" name="Rectángulo 21">
            <a:extLst>
              <a:ext uri="{FF2B5EF4-FFF2-40B4-BE49-F238E27FC236}">
                <a16:creationId xmlns:a16="http://schemas.microsoft.com/office/drawing/2014/main" id="{DD8F6038-7FEF-4FAD-9C2D-47B8C2BCF7AD}"/>
              </a:ext>
            </a:extLst>
          </p:cNvPr>
          <p:cNvSpPr/>
          <p:nvPr/>
        </p:nvSpPr>
        <p:spPr>
          <a:xfrm>
            <a:off x="10534949" y="624605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Continue</a:t>
            </a:r>
            <a:endParaRPr lang="es-GT">
              <a:solidFill>
                <a:schemeClr val="tx1"/>
              </a:solidFill>
              <a:latin typeface="Arial" panose="020B0604020202020204" pitchFamily="34" charset="0"/>
              <a:cs typeface="Arial" panose="020B0604020202020204" pitchFamily="34" charset="0"/>
            </a:endParaRPr>
          </a:p>
        </p:txBody>
      </p:sp>
      <p:sp>
        <p:nvSpPr>
          <p:cNvPr id="17" name="Rectángulo 5">
            <a:extLst>
              <a:ext uri="{FF2B5EF4-FFF2-40B4-BE49-F238E27FC236}">
                <a16:creationId xmlns:a16="http://schemas.microsoft.com/office/drawing/2014/main" id="{338AA3B0-BC4E-4E78-810D-9F82BEC77106}"/>
              </a:ext>
            </a:extLst>
          </p:cNvPr>
          <p:cNvSpPr/>
          <p:nvPr/>
        </p:nvSpPr>
        <p:spPr>
          <a:xfrm>
            <a:off x="199561" y="5653292"/>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Back</a:t>
            </a:r>
          </a:p>
        </p:txBody>
      </p:sp>
      <p:sp>
        <p:nvSpPr>
          <p:cNvPr id="19" name="Title 1">
            <a:extLst>
              <a:ext uri="{FF2B5EF4-FFF2-40B4-BE49-F238E27FC236}">
                <a16:creationId xmlns:a16="http://schemas.microsoft.com/office/drawing/2014/main" id="{09C60C1B-3202-4D59-A19E-1893F7BD6587}"/>
              </a:ext>
            </a:extLst>
          </p:cNvPr>
          <p:cNvSpPr>
            <a:spLocks noGrp="1"/>
          </p:cNvSpPr>
          <p:nvPr>
            <p:ph type="title"/>
          </p:nvPr>
        </p:nvSpPr>
        <p:spPr>
          <a:xfrm>
            <a:off x="838200" y="-13116"/>
            <a:ext cx="10515600" cy="592064"/>
          </a:xfrm>
        </p:spPr>
        <p:txBody>
          <a:bodyPr>
            <a:normAutofit/>
          </a:bodyPr>
          <a:lstStyle/>
          <a:p>
            <a:pPr algn="ctr"/>
            <a:r>
              <a:rPr lang="it-IT" sz="3200" b="1"/>
              <a:t>Info Shared- Ohio Cincinatti </a:t>
            </a:r>
          </a:p>
        </p:txBody>
      </p:sp>
      <p:grpSp>
        <p:nvGrpSpPr>
          <p:cNvPr id="16" name="Group 15">
            <a:extLst>
              <a:ext uri="{FF2B5EF4-FFF2-40B4-BE49-F238E27FC236}">
                <a16:creationId xmlns:a16="http://schemas.microsoft.com/office/drawing/2014/main" id="{8942722E-B2D4-493F-9F67-1688AFC190FE}"/>
              </a:ext>
            </a:extLst>
          </p:cNvPr>
          <p:cNvGrpSpPr/>
          <p:nvPr/>
        </p:nvGrpSpPr>
        <p:grpSpPr>
          <a:xfrm>
            <a:off x="1230924" y="576775"/>
            <a:ext cx="10044332" cy="1229931"/>
            <a:chOff x="1230924" y="576775"/>
            <a:chExt cx="10044332" cy="1229931"/>
          </a:xfrm>
        </p:grpSpPr>
        <p:grpSp>
          <p:nvGrpSpPr>
            <p:cNvPr id="24" name="Grupo 5">
              <a:extLst>
                <a:ext uri="{FF2B5EF4-FFF2-40B4-BE49-F238E27FC236}">
                  <a16:creationId xmlns:a16="http://schemas.microsoft.com/office/drawing/2014/main" id="{75D5C34A-A47C-4522-B3CD-75646E52F763}"/>
                </a:ext>
              </a:extLst>
            </p:cNvPr>
            <p:cNvGrpSpPr/>
            <p:nvPr/>
          </p:nvGrpSpPr>
          <p:grpSpPr>
            <a:xfrm>
              <a:off x="1230924" y="576775"/>
              <a:ext cx="10044332" cy="1229931"/>
              <a:chOff x="1230924" y="576775"/>
              <a:chExt cx="10044332" cy="1229931"/>
            </a:xfrm>
          </p:grpSpPr>
          <p:sp>
            <p:nvSpPr>
              <p:cNvPr id="29" name="Rectángulo 1">
                <a:extLst>
                  <a:ext uri="{FF2B5EF4-FFF2-40B4-BE49-F238E27FC236}">
                    <a16:creationId xmlns:a16="http://schemas.microsoft.com/office/drawing/2014/main" id="{86A79808-B6C0-43ED-9240-7838080D892D}"/>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ln>
                    <a:solidFill>
                      <a:schemeClr val="bg1"/>
                    </a:solidFill>
                  </a:ln>
                </a:endParaRPr>
              </a:p>
            </p:txBody>
          </p:sp>
          <p:sp>
            <p:nvSpPr>
              <p:cNvPr id="30" name="CuadroTexto 3">
                <a:extLst>
                  <a:ext uri="{FF2B5EF4-FFF2-40B4-BE49-F238E27FC236}">
                    <a16:creationId xmlns:a16="http://schemas.microsoft.com/office/drawing/2014/main" id="{F59F1DDF-29AC-43BB-BC2F-053DAE3F596E}"/>
                  </a:ext>
                </a:extLst>
              </p:cNvPr>
              <p:cNvSpPr txBox="1"/>
              <p:nvPr/>
            </p:nvSpPr>
            <p:spPr>
              <a:xfrm>
                <a:off x="1441939" y="597240"/>
                <a:ext cx="2052375"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Customer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Name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Issue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Number</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Resi</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or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Comm</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State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a:t>
                </a:r>
              </a:p>
              <a:p>
                <a:r>
                  <a:rPr lang="es-GT" sz="1200">
                    <a:solidFill>
                      <a:schemeClr val="bg1"/>
                    </a:solidFill>
                    <a:latin typeface="Arial" panose="020B0604020202020204" pitchFamily="34" charset="0"/>
                    <a:cs typeface="Arial" panose="020B0604020202020204" pitchFamily="34" charset="0"/>
                  </a:rPr>
                  <a:t>Brand:</a:t>
                </a:r>
              </a:p>
            </p:txBody>
          </p:sp>
          <p:sp>
            <p:nvSpPr>
              <p:cNvPr id="31" name="CuadroTexto 4">
                <a:extLst>
                  <a:ext uri="{FF2B5EF4-FFF2-40B4-BE49-F238E27FC236}">
                    <a16:creationId xmlns:a16="http://schemas.microsoft.com/office/drawing/2014/main" id="{3162CE19-9239-4428-8147-5C04981D89CE}"/>
                  </a:ext>
                </a:extLst>
              </p:cNvPr>
              <p:cNvSpPr txBox="1"/>
              <p:nvPr/>
            </p:nvSpPr>
            <p:spPr>
              <a:xfrm>
                <a:off x="5260399" y="606377"/>
                <a:ext cx="4302280"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Reason:	</a:t>
                </a:r>
                <a:r>
                  <a:rPr lang="es-GT" sz="1200" err="1">
                    <a:solidFill>
                      <a:schemeClr val="bg1"/>
                    </a:solidFill>
                    <a:latin typeface="Arial" panose="020B0604020202020204" pitchFamily="34" charset="0"/>
                    <a:cs typeface="Arial" panose="020B0604020202020204" pitchFamily="34" charset="0"/>
                  </a:rPr>
                  <a:t>Monthly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Acct</a:t>
                </a:r>
                <a:r>
                  <a:rPr lang="es-GT" sz="1200">
                    <a:solidFill>
                      <a:schemeClr val="bg1"/>
                    </a:solidFill>
                    <a:latin typeface="Arial" panose="020B0604020202020204" pitchFamily="34" charset="0"/>
                    <a:cs typeface="Arial" panose="020B0604020202020204" pitchFamily="34" charset="0"/>
                  </a:rPr>
                  <a:t> No.:	Total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Earned</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Date:		</a:t>
                </a:r>
              </a:p>
              <a:p>
                <a:r>
                  <a:rPr lang="es-GT" sz="1200" err="1">
                    <a:solidFill>
                      <a:schemeClr val="bg1"/>
                    </a:solidFill>
                    <a:latin typeface="Arial" panose="020B0604020202020204" pitchFamily="34" charset="0"/>
                    <a:cs typeface="Arial" panose="020B0604020202020204" pitchFamily="34" charset="0"/>
                  </a:rPr>
                  <a:t>Campaign</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Row</a:t>
                </a:r>
                <a:r>
                  <a:rPr lang="es-GT" sz="1200">
                    <a:solidFill>
                      <a:schemeClr val="bg1"/>
                    </a:solidFill>
                    <a:latin typeface="Arial" panose="020B0604020202020204" pitchFamily="34" charset="0"/>
                    <a:cs typeface="Arial" panose="020B0604020202020204" pitchFamily="34" charset="0"/>
                  </a:rPr>
                  <a:t> ID:</a:t>
                </a:r>
              </a:p>
              <a:p>
                <a:r>
                  <a:rPr lang="es-GT" sz="1200" err="1">
                    <a:solidFill>
                      <a:schemeClr val="bg1"/>
                    </a:solidFill>
                    <a:latin typeface="Arial" panose="020B0604020202020204" pitchFamily="34" charset="0"/>
                    <a:cs typeface="Arial" panose="020B0604020202020204" pitchFamily="34" charset="0"/>
                  </a:rPr>
                  <a:t>Commodity</a:t>
                </a:r>
                <a:r>
                  <a:rPr lang="es-GT" sz="1200">
                    <a:solidFill>
                      <a:schemeClr val="bg1"/>
                    </a:solidFill>
                    <a:latin typeface="Arial" panose="020B0604020202020204" pitchFamily="34" charset="0"/>
                    <a:cs typeface="Arial" panose="020B0604020202020204" pitchFamily="34" charset="0"/>
                  </a:rPr>
                  <a:t>:</a:t>
                </a:r>
              </a:p>
            </p:txBody>
          </p:sp>
          <p:sp>
            <p:nvSpPr>
              <p:cNvPr id="32" name="CuadroTexto 12">
                <a:extLst>
                  <a:ext uri="{FF2B5EF4-FFF2-40B4-BE49-F238E27FC236}">
                    <a16:creationId xmlns:a16="http://schemas.microsoft.com/office/drawing/2014/main" id="{9E237C78-8125-4E78-9E7A-3DFDE290455D}"/>
                  </a:ext>
                </a:extLst>
              </p:cNvPr>
              <p:cNvSpPr txBox="1"/>
              <p:nvPr/>
            </p:nvSpPr>
            <p:spPr>
              <a:xfrm>
                <a:off x="9808343" y="1423846"/>
                <a:ext cx="1359877" cy="369332"/>
              </a:xfrm>
              <a:prstGeom prst="rect">
                <a:avLst/>
              </a:prstGeom>
              <a:noFill/>
            </p:spPr>
            <p:txBody>
              <a:bodyPr wrap="square" rtlCol="0">
                <a:spAutoFit/>
              </a:bodyPr>
              <a:lstStyle/>
              <a:p>
                <a:pPr algn="ctr"/>
                <a:r>
                  <a:rPr lang="es-GT" i="1">
                    <a:solidFill>
                      <a:schemeClr val="bg1"/>
                    </a:solidFill>
                    <a:latin typeface="Arial" panose="020B0604020202020204" pitchFamily="34" charset="0"/>
                    <a:cs typeface="Arial" panose="020B0604020202020204" pitchFamily="34" charset="0"/>
                  </a:rPr>
                  <a:t>Lead </a:t>
                </a:r>
                <a:r>
                  <a:rPr lang="es-GT" i="1" err="1">
                    <a:solidFill>
                      <a:schemeClr val="bg1"/>
                    </a:solidFill>
                    <a:latin typeface="Arial" panose="020B0604020202020204" pitchFamily="34" charset="0"/>
                    <a:cs typeface="Arial" panose="020B0604020202020204" pitchFamily="34" charset="0"/>
                  </a:rPr>
                  <a:t>Type</a:t>
                </a:r>
                <a:endParaRPr lang="es-GT" i="1">
                  <a:solidFill>
                    <a:schemeClr val="bg1"/>
                  </a:solidFill>
                  <a:latin typeface="Arial" panose="020B0604020202020204" pitchFamily="34" charset="0"/>
                  <a:cs typeface="Arial" panose="020B0604020202020204" pitchFamily="34" charset="0"/>
                </a:endParaRPr>
              </a:p>
            </p:txBody>
          </p:sp>
        </p:grpSp>
        <p:pic>
          <p:nvPicPr>
            <p:cNvPr id="28" name="Picture 27" descr="A picture containing clipart&#10;&#10;Description automatically generated">
              <a:extLst>
                <a:ext uri="{FF2B5EF4-FFF2-40B4-BE49-F238E27FC236}">
                  <a16:creationId xmlns:a16="http://schemas.microsoft.com/office/drawing/2014/main" id="{F2B7E3DA-9638-4F2A-905E-B78D75A773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Tree>
    <p:extLst>
      <p:ext uri="{BB962C8B-B14F-4D97-AF65-F5344CB8AC3E}">
        <p14:creationId xmlns:p14="http://schemas.microsoft.com/office/powerpoint/2010/main" val="2669834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348175" y="1966325"/>
            <a:ext cx="11495650" cy="2031325"/>
          </a:xfrm>
          <a:prstGeom prst="rect">
            <a:avLst/>
          </a:prstGeom>
          <a:noFill/>
          <a:ln>
            <a:solidFill>
              <a:schemeClr val="tx1"/>
            </a:solidFill>
          </a:ln>
        </p:spPr>
        <p:txBody>
          <a:bodyPr wrap="square" rtlCol="0">
            <a:spAutoFit/>
          </a:bodyPr>
          <a:lstStyle/>
          <a:p>
            <a:pPr algn="just"/>
            <a:r>
              <a:rPr lang="en-US" dirty="0">
                <a:solidFill>
                  <a:srgbClr val="00B0F0"/>
                </a:solidFill>
                <a:latin typeface="Arial" panose="020B0604020202020204" pitchFamily="34" charset="0"/>
                <a:cs typeface="Arial" panose="020B0604020202020204" pitchFamily="34" charset="0"/>
              </a:rPr>
              <a:t>I will be transferring you to a verifier who will ask you a series of questions to complete your enrollment into this program. Please answer all questions with a clear YES or NO answer. The verifier will not be able to answer any questions during the verification process. Please ask any questions now or hold on until the end and I will be on the line to answer you at that time. Otherwise, we will have to start the verification over. Do you have any questions before I transfer you? </a:t>
            </a:r>
          </a:p>
          <a:p>
            <a:pPr algn="just"/>
            <a:endParaRPr lang="en-US" dirty="0">
              <a:solidFill>
                <a:srgbClr val="00B0F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Great, please hold while I connect you.</a:t>
            </a:r>
          </a:p>
        </p:txBody>
      </p:sp>
      <p:sp>
        <p:nvSpPr>
          <p:cNvPr id="6" name="Rectángulo 5">
            <a:extLst>
              <a:ext uri="{FF2B5EF4-FFF2-40B4-BE49-F238E27FC236}">
                <a16:creationId xmlns:a16="http://schemas.microsoft.com/office/drawing/2014/main" id="{3C511622-D2E1-4618-BA19-CD13882A5BE1}"/>
              </a:ext>
            </a:extLst>
          </p:cNvPr>
          <p:cNvSpPr/>
          <p:nvPr/>
        </p:nvSpPr>
        <p:spPr>
          <a:xfrm>
            <a:off x="5754422" y="559177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TPV</a:t>
            </a:r>
          </a:p>
        </p:txBody>
      </p:sp>
      <p:sp>
        <p:nvSpPr>
          <p:cNvPr id="16" name="Rectángulo 5">
            <a:extLst>
              <a:ext uri="{FF2B5EF4-FFF2-40B4-BE49-F238E27FC236}">
                <a16:creationId xmlns:a16="http://schemas.microsoft.com/office/drawing/2014/main" id="{BB3C7553-9CC0-4211-9A2B-8E7C589B2018}"/>
              </a:ext>
            </a:extLst>
          </p:cNvPr>
          <p:cNvSpPr/>
          <p:nvPr/>
        </p:nvSpPr>
        <p:spPr>
          <a:xfrm>
            <a:off x="9972236" y="6152047"/>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Release</a:t>
            </a:r>
            <a:endParaRPr lang="es-GT">
              <a:solidFill>
                <a:schemeClr val="tx1"/>
              </a:solidFill>
              <a:latin typeface="Arial" panose="020B0604020202020204" pitchFamily="34" charset="0"/>
              <a:cs typeface="Arial" panose="020B0604020202020204" pitchFamily="34" charset="0"/>
            </a:endParaRPr>
          </a:p>
        </p:txBody>
      </p:sp>
      <p:sp>
        <p:nvSpPr>
          <p:cNvPr id="17" name="Rectángulo 5">
            <a:extLst>
              <a:ext uri="{FF2B5EF4-FFF2-40B4-BE49-F238E27FC236}">
                <a16:creationId xmlns:a16="http://schemas.microsoft.com/office/drawing/2014/main" id="{185C5ED4-0359-4815-9CA1-C482F000361E}"/>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Back</a:t>
            </a:r>
          </a:p>
        </p:txBody>
      </p:sp>
      <p:graphicFrame>
        <p:nvGraphicFramePr>
          <p:cNvPr id="14" name="Table 13">
            <a:extLst>
              <a:ext uri="{FF2B5EF4-FFF2-40B4-BE49-F238E27FC236}">
                <a16:creationId xmlns:a16="http://schemas.microsoft.com/office/drawing/2014/main" id="{B15D2D46-8AC3-4458-8A71-DF19636397C8}"/>
              </a:ext>
            </a:extLst>
          </p:cNvPr>
          <p:cNvGraphicFramePr>
            <a:graphicFrameLocks noGrp="1"/>
          </p:cNvGraphicFramePr>
          <p:nvPr/>
        </p:nvGraphicFramePr>
        <p:xfrm>
          <a:off x="348175" y="3985345"/>
          <a:ext cx="11495650" cy="664240"/>
        </p:xfrm>
        <a:graphic>
          <a:graphicData uri="http://schemas.openxmlformats.org/drawingml/2006/table">
            <a:tbl>
              <a:tblPr firstRow="1" bandRow="1">
                <a:tableStyleId>{F5AB1C69-6EDB-4FF4-983F-18BD219EF322}</a:tableStyleId>
              </a:tblPr>
              <a:tblGrid>
                <a:gridCol w="1290505">
                  <a:extLst>
                    <a:ext uri="{9D8B030D-6E8A-4147-A177-3AD203B41FA5}">
                      <a16:colId xmlns:a16="http://schemas.microsoft.com/office/drawing/2014/main" val="65396718"/>
                    </a:ext>
                  </a:extLst>
                </a:gridCol>
                <a:gridCol w="1091520">
                  <a:extLst>
                    <a:ext uri="{9D8B030D-6E8A-4147-A177-3AD203B41FA5}">
                      <a16:colId xmlns:a16="http://schemas.microsoft.com/office/drawing/2014/main" val="2957541999"/>
                    </a:ext>
                  </a:extLst>
                </a:gridCol>
                <a:gridCol w="1197206">
                  <a:extLst>
                    <a:ext uri="{9D8B030D-6E8A-4147-A177-3AD203B41FA5}">
                      <a16:colId xmlns:a16="http://schemas.microsoft.com/office/drawing/2014/main" val="2106067436"/>
                    </a:ext>
                  </a:extLst>
                </a:gridCol>
                <a:gridCol w="1994792">
                  <a:extLst>
                    <a:ext uri="{9D8B030D-6E8A-4147-A177-3AD203B41FA5}">
                      <a16:colId xmlns:a16="http://schemas.microsoft.com/office/drawing/2014/main" val="1834929147"/>
                    </a:ext>
                  </a:extLst>
                </a:gridCol>
                <a:gridCol w="5921627">
                  <a:extLst>
                    <a:ext uri="{9D8B030D-6E8A-4147-A177-3AD203B41FA5}">
                      <a16:colId xmlns:a16="http://schemas.microsoft.com/office/drawing/2014/main" val="1981785895"/>
                    </a:ext>
                  </a:extLst>
                </a:gridCol>
              </a:tblGrid>
              <a:tr h="332120">
                <a:tc>
                  <a:txBody>
                    <a:bodyPr/>
                    <a:lstStyle/>
                    <a:p>
                      <a:pPr marL="0" marR="0">
                        <a:spcBef>
                          <a:spcPts val="0"/>
                        </a:spcBef>
                        <a:spcAft>
                          <a:spcPts val="0"/>
                        </a:spcAft>
                      </a:pPr>
                      <a:r>
                        <a:rPr lang="es-GT" sz="1600">
                          <a:effectLst/>
                        </a:rPr>
                        <a:t>Live </a:t>
                      </a:r>
                      <a:r>
                        <a:rPr lang="es-GT" sz="1600" err="1">
                          <a:effectLst/>
                        </a:rPr>
                        <a:t>Op</a:t>
                      </a:r>
                      <a:endParaRPr lang="es-GT" sz="1400">
                        <a:effectLst/>
                        <a:latin typeface="Calibri" panose="020F0502020204030204" pitchFamily="34" charset="0"/>
                        <a:ea typeface="Calibri" panose="020F0502020204030204" pitchFamily="34" charset="0"/>
                      </a:endParaRPr>
                    </a:p>
                  </a:txBody>
                  <a:tcPr marL="19050" marR="19050" marT="0" marB="0"/>
                </a:tc>
                <a:tc>
                  <a:txBody>
                    <a:bodyPr/>
                    <a:lstStyle/>
                    <a:p>
                      <a:pPr marL="0" marR="0">
                        <a:spcBef>
                          <a:spcPts val="0"/>
                        </a:spcBef>
                        <a:spcAft>
                          <a:spcPts val="0"/>
                        </a:spcAft>
                      </a:pPr>
                      <a:r>
                        <a:rPr lang="es-GT" sz="1600">
                          <a:effectLst/>
                        </a:rPr>
                        <a:t>IVR Allowed</a:t>
                      </a:r>
                      <a:endParaRPr lang="es-GT" sz="1400">
                        <a:effectLst/>
                        <a:latin typeface="Calibri" panose="020F0502020204030204" pitchFamily="34" charset="0"/>
                        <a:ea typeface="Calibri" panose="020F0502020204030204" pitchFamily="34" charset="0"/>
                      </a:endParaRPr>
                    </a:p>
                  </a:txBody>
                  <a:tcPr marL="19050" marR="19050" marT="0" marB="0"/>
                </a:tc>
                <a:tc>
                  <a:txBody>
                    <a:bodyPr/>
                    <a:lstStyle/>
                    <a:p>
                      <a:pPr marL="0" marR="0">
                        <a:spcBef>
                          <a:spcPts val="0"/>
                        </a:spcBef>
                        <a:spcAft>
                          <a:spcPts val="0"/>
                        </a:spcAft>
                      </a:pPr>
                      <a:r>
                        <a:rPr lang="es-GT" sz="1600">
                          <a:effectLst/>
                        </a:rPr>
                        <a:t>Spa Available</a:t>
                      </a:r>
                      <a:endParaRPr lang="es-GT" sz="1400">
                        <a:effectLst/>
                        <a:latin typeface="Calibri" panose="020F0502020204030204" pitchFamily="34" charset="0"/>
                        <a:ea typeface="Calibri" panose="020F0502020204030204" pitchFamily="34" charset="0"/>
                      </a:endParaRPr>
                    </a:p>
                  </a:txBody>
                  <a:tcPr marL="19050" marR="19050" marT="0" marB="0"/>
                </a:tc>
                <a:tc>
                  <a:txBody>
                    <a:bodyPr/>
                    <a:lstStyle/>
                    <a:p>
                      <a:pPr marL="0" marR="0">
                        <a:spcBef>
                          <a:spcPts val="0"/>
                        </a:spcBef>
                        <a:spcAft>
                          <a:spcPts val="0"/>
                        </a:spcAft>
                      </a:pPr>
                      <a:r>
                        <a:rPr lang="en-US" sz="1600">
                          <a:effectLst/>
                        </a:rPr>
                        <a:t>Agent Stay On the Line</a:t>
                      </a:r>
                      <a:endParaRPr lang="es-GT" sz="1400">
                        <a:effectLst/>
                        <a:latin typeface="Calibri" panose="020F0502020204030204" pitchFamily="34" charset="0"/>
                        <a:ea typeface="Calibri" panose="020F0502020204030204" pitchFamily="34" charset="0"/>
                      </a:endParaRPr>
                    </a:p>
                  </a:txBody>
                  <a:tcPr marL="19050" marR="19050" marT="0" marB="0"/>
                </a:tc>
                <a:tc>
                  <a:txBody>
                    <a:bodyPr/>
                    <a:lstStyle/>
                    <a:p>
                      <a:pPr marL="0" marR="0">
                        <a:spcBef>
                          <a:spcPts val="0"/>
                        </a:spcBef>
                        <a:spcAft>
                          <a:spcPts val="0"/>
                        </a:spcAft>
                      </a:pPr>
                      <a:r>
                        <a:rPr lang="es-GT" sz="1600">
                          <a:effectLst/>
                        </a:rPr>
                        <a:t>Special Requirements</a:t>
                      </a:r>
                      <a:endParaRPr lang="es-GT" sz="1400">
                        <a:effectLst/>
                        <a:latin typeface="Calibri" panose="020F0502020204030204" pitchFamily="34" charset="0"/>
                        <a:ea typeface="Calibri" panose="020F0502020204030204" pitchFamily="34" charset="0"/>
                      </a:endParaRPr>
                    </a:p>
                  </a:txBody>
                  <a:tcPr marL="19050" marR="19050" marT="0" marB="0"/>
                </a:tc>
                <a:extLst>
                  <a:ext uri="{0D108BD9-81ED-4DB2-BD59-A6C34878D82A}">
                    <a16:rowId xmlns:a16="http://schemas.microsoft.com/office/drawing/2014/main" val="3471270574"/>
                  </a:ext>
                </a:extLst>
              </a:tr>
              <a:tr h="332120">
                <a:tc>
                  <a:txBody>
                    <a:bodyPr/>
                    <a:lstStyle/>
                    <a:p>
                      <a:pPr marL="0" marR="0">
                        <a:spcBef>
                          <a:spcPts val="0"/>
                        </a:spcBef>
                        <a:spcAft>
                          <a:spcPts val="0"/>
                        </a:spcAft>
                      </a:pPr>
                      <a:r>
                        <a:rPr lang="es-GT" sz="1600">
                          <a:effectLst/>
                        </a:rPr>
                        <a:t>Y</a:t>
                      </a:r>
                      <a:endParaRPr lang="es-GT" sz="1400">
                        <a:effectLst/>
                        <a:latin typeface="Calibri" panose="020F0502020204030204" pitchFamily="34" charset="0"/>
                        <a:ea typeface="Calibri" panose="020F0502020204030204" pitchFamily="34" charset="0"/>
                      </a:endParaRPr>
                    </a:p>
                  </a:txBody>
                  <a:tcPr marL="19050" marR="19050" marT="0" marB="0"/>
                </a:tc>
                <a:tc>
                  <a:txBody>
                    <a:bodyPr/>
                    <a:lstStyle/>
                    <a:p>
                      <a:pPr marL="0" marR="0">
                        <a:spcBef>
                          <a:spcPts val="0"/>
                        </a:spcBef>
                        <a:spcAft>
                          <a:spcPts val="0"/>
                        </a:spcAft>
                      </a:pPr>
                      <a:r>
                        <a:rPr lang="es-GT" sz="1600">
                          <a:effectLst/>
                        </a:rPr>
                        <a:t>Y</a:t>
                      </a:r>
                      <a:endParaRPr lang="es-GT" sz="1400">
                        <a:effectLst/>
                        <a:latin typeface="Calibri" panose="020F0502020204030204" pitchFamily="34" charset="0"/>
                        <a:ea typeface="Calibri" panose="020F0502020204030204" pitchFamily="34" charset="0"/>
                      </a:endParaRPr>
                    </a:p>
                  </a:txBody>
                  <a:tcPr marL="19050" marR="19050" marT="0" marB="0"/>
                </a:tc>
                <a:tc>
                  <a:txBody>
                    <a:bodyPr/>
                    <a:lstStyle/>
                    <a:p>
                      <a:pPr marL="0" marR="0">
                        <a:spcBef>
                          <a:spcPts val="0"/>
                        </a:spcBef>
                        <a:spcAft>
                          <a:spcPts val="0"/>
                        </a:spcAft>
                      </a:pPr>
                      <a:r>
                        <a:rPr lang="es-GT" sz="1600">
                          <a:effectLst/>
                        </a:rPr>
                        <a:t>N</a:t>
                      </a:r>
                      <a:endParaRPr lang="es-GT" sz="1400">
                        <a:effectLst/>
                        <a:latin typeface="Calibri" panose="020F0502020204030204" pitchFamily="34" charset="0"/>
                        <a:ea typeface="Calibri" panose="020F0502020204030204" pitchFamily="34" charset="0"/>
                      </a:endParaRPr>
                    </a:p>
                  </a:txBody>
                  <a:tcPr marL="19050" marR="19050" marT="0" marB="0"/>
                </a:tc>
                <a:tc>
                  <a:txBody>
                    <a:bodyPr/>
                    <a:lstStyle/>
                    <a:p>
                      <a:pPr marL="0" marR="0">
                        <a:spcBef>
                          <a:spcPts val="0"/>
                        </a:spcBef>
                        <a:spcAft>
                          <a:spcPts val="0"/>
                        </a:spcAft>
                      </a:pPr>
                      <a:r>
                        <a:rPr lang="es-GT" sz="1600">
                          <a:effectLst/>
                        </a:rPr>
                        <a:t>Y</a:t>
                      </a:r>
                      <a:endParaRPr lang="es-GT" sz="1400">
                        <a:effectLst/>
                        <a:latin typeface="Calibri" panose="020F0502020204030204" pitchFamily="34" charset="0"/>
                        <a:ea typeface="Calibri" panose="020F0502020204030204" pitchFamily="34" charset="0"/>
                      </a:endParaRPr>
                    </a:p>
                  </a:txBody>
                  <a:tcPr marL="19050" marR="19050" marT="0" marB="0"/>
                </a:tc>
                <a:tc>
                  <a:txBody>
                    <a:bodyPr/>
                    <a:lstStyle/>
                    <a:p>
                      <a:pPr marL="0" marR="0">
                        <a:spcBef>
                          <a:spcPts val="0"/>
                        </a:spcBef>
                        <a:spcAft>
                          <a:spcPts val="0"/>
                        </a:spcAft>
                      </a:pPr>
                      <a:r>
                        <a:rPr lang="en-US" sz="1600" dirty="0">
                          <a:effectLst/>
                        </a:rPr>
                        <a:t>Customer must state their entire service address.</a:t>
                      </a:r>
                      <a:endParaRPr lang="es-GT" sz="1400" dirty="0">
                        <a:effectLst/>
                        <a:latin typeface="Calibri" panose="020F0502020204030204" pitchFamily="34" charset="0"/>
                        <a:ea typeface="Calibri" panose="020F0502020204030204" pitchFamily="34" charset="0"/>
                      </a:endParaRPr>
                    </a:p>
                  </a:txBody>
                  <a:tcPr marL="19050" marR="19050" marT="0" marB="0"/>
                </a:tc>
                <a:extLst>
                  <a:ext uri="{0D108BD9-81ED-4DB2-BD59-A6C34878D82A}">
                    <a16:rowId xmlns:a16="http://schemas.microsoft.com/office/drawing/2014/main" val="1711127462"/>
                  </a:ext>
                </a:extLst>
              </a:tr>
            </a:tbl>
          </a:graphicData>
        </a:graphic>
      </p:graphicFrame>
      <p:sp>
        <p:nvSpPr>
          <p:cNvPr id="2" name="Rectangle 1">
            <a:extLst>
              <a:ext uri="{FF2B5EF4-FFF2-40B4-BE49-F238E27FC236}">
                <a16:creationId xmlns:a16="http://schemas.microsoft.com/office/drawing/2014/main" id="{9EAB88F1-FBBB-4E6A-A460-A7488F3A9763}"/>
              </a:ext>
            </a:extLst>
          </p:cNvPr>
          <p:cNvSpPr/>
          <p:nvPr/>
        </p:nvSpPr>
        <p:spPr>
          <a:xfrm>
            <a:off x="1230924" y="5003919"/>
            <a:ext cx="2764551" cy="2645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GT"/>
          </a:p>
        </p:txBody>
      </p:sp>
      <p:sp>
        <p:nvSpPr>
          <p:cNvPr id="18" name="Rectangle 17">
            <a:extLst>
              <a:ext uri="{FF2B5EF4-FFF2-40B4-BE49-F238E27FC236}">
                <a16:creationId xmlns:a16="http://schemas.microsoft.com/office/drawing/2014/main" id="{37B43B1A-E057-452B-82A0-CFB093F55987}"/>
              </a:ext>
            </a:extLst>
          </p:cNvPr>
          <p:cNvSpPr/>
          <p:nvPr/>
        </p:nvSpPr>
        <p:spPr>
          <a:xfrm>
            <a:off x="1230924" y="4694453"/>
            <a:ext cx="2764551" cy="264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t>Please enter the price</a:t>
            </a:r>
            <a:endParaRPr lang="es-GT"/>
          </a:p>
        </p:txBody>
      </p:sp>
      <p:sp>
        <p:nvSpPr>
          <p:cNvPr id="20" name="Rectángulo 5">
            <a:extLst>
              <a:ext uri="{FF2B5EF4-FFF2-40B4-BE49-F238E27FC236}">
                <a16:creationId xmlns:a16="http://schemas.microsoft.com/office/drawing/2014/main" id="{B70442B1-2763-495E-8DAE-EF5FBE9BD044}"/>
              </a:ext>
            </a:extLst>
          </p:cNvPr>
          <p:cNvSpPr/>
          <p:nvPr/>
        </p:nvSpPr>
        <p:spPr>
          <a:xfrm>
            <a:off x="4020758" y="5598786"/>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Consoult</a:t>
            </a:r>
            <a:endParaRPr lang="es-GT">
              <a:solidFill>
                <a:schemeClr val="tx1"/>
              </a:solidFill>
              <a:latin typeface="Arial" panose="020B0604020202020204" pitchFamily="34" charset="0"/>
              <a:cs typeface="Arial" panose="020B0604020202020204" pitchFamily="34" charset="0"/>
            </a:endParaRPr>
          </a:p>
        </p:txBody>
      </p:sp>
      <p:sp>
        <p:nvSpPr>
          <p:cNvPr id="21" name="Rectángulo 5">
            <a:extLst>
              <a:ext uri="{FF2B5EF4-FFF2-40B4-BE49-F238E27FC236}">
                <a16:creationId xmlns:a16="http://schemas.microsoft.com/office/drawing/2014/main" id="{B33E4E56-6340-49E5-A360-2876E3743534}"/>
              </a:ext>
            </a:extLst>
          </p:cNvPr>
          <p:cNvSpPr/>
          <p:nvPr/>
        </p:nvSpPr>
        <p:spPr>
          <a:xfrm>
            <a:off x="2468126" y="559177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Consult</a:t>
            </a:r>
            <a:r>
              <a:rPr lang="es-GT">
                <a:solidFill>
                  <a:schemeClr val="tx1"/>
                </a:solidFill>
                <a:latin typeface="Arial" panose="020B0604020202020204" pitchFamily="34" charset="0"/>
                <a:cs typeface="Arial" panose="020B0604020202020204" pitchFamily="34" charset="0"/>
              </a:rPr>
              <a:t> CBE OH</a:t>
            </a:r>
          </a:p>
        </p:txBody>
      </p:sp>
      <p:sp>
        <p:nvSpPr>
          <p:cNvPr id="22" name="Title 1">
            <a:extLst>
              <a:ext uri="{FF2B5EF4-FFF2-40B4-BE49-F238E27FC236}">
                <a16:creationId xmlns:a16="http://schemas.microsoft.com/office/drawing/2014/main" id="{C4CA92C2-0F66-4FFC-B7C0-C7C54588AC46}"/>
              </a:ext>
            </a:extLst>
          </p:cNvPr>
          <p:cNvSpPr>
            <a:spLocks noGrp="1"/>
          </p:cNvSpPr>
          <p:nvPr>
            <p:ph type="title"/>
          </p:nvPr>
        </p:nvSpPr>
        <p:spPr>
          <a:xfrm>
            <a:off x="838200" y="-13116"/>
            <a:ext cx="10515600" cy="592064"/>
          </a:xfrm>
        </p:spPr>
        <p:txBody>
          <a:bodyPr>
            <a:normAutofit/>
          </a:bodyPr>
          <a:lstStyle/>
          <a:p>
            <a:pPr algn="ctr"/>
            <a:r>
              <a:rPr lang="it-IT" sz="3200" b="1"/>
              <a:t>VERIFICATION – OHIO CININATTI</a:t>
            </a:r>
          </a:p>
        </p:txBody>
      </p:sp>
      <p:grpSp>
        <p:nvGrpSpPr>
          <p:cNvPr id="23" name="Group 22">
            <a:extLst>
              <a:ext uri="{FF2B5EF4-FFF2-40B4-BE49-F238E27FC236}">
                <a16:creationId xmlns:a16="http://schemas.microsoft.com/office/drawing/2014/main" id="{717DC0A8-DD86-45F3-8E29-54A687EE6288}"/>
              </a:ext>
            </a:extLst>
          </p:cNvPr>
          <p:cNvGrpSpPr/>
          <p:nvPr/>
        </p:nvGrpSpPr>
        <p:grpSpPr>
          <a:xfrm>
            <a:off x="1230924" y="576775"/>
            <a:ext cx="10044332" cy="1229931"/>
            <a:chOff x="1230924" y="576775"/>
            <a:chExt cx="10044332" cy="1229931"/>
          </a:xfrm>
        </p:grpSpPr>
        <p:grpSp>
          <p:nvGrpSpPr>
            <p:cNvPr id="24" name="Grupo 5">
              <a:extLst>
                <a:ext uri="{FF2B5EF4-FFF2-40B4-BE49-F238E27FC236}">
                  <a16:creationId xmlns:a16="http://schemas.microsoft.com/office/drawing/2014/main" id="{F3BB46E3-1C12-4394-9EC1-97E5CDE4234A}"/>
                </a:ext>
              </a:extLst>
            </p:cNvPr>
            <p:cNvGrpSpPr/>
            <p:nvPr/>
          </p:nvGrpSpPr>
          <p:grpSpPr>
            <a:xfrm>
              <a:off x="1230924" y="576775"/>
              <a:ext cx="10044332" cy="1229931"/>
              <a:chOff x="1230924" y="576775"/>
              <a:chExt cx="10044332" cy="1229931"/>
            </a:xfrm>
          </p:grpSpPr>
          <p:sp>
            <p:nvSpPr>
              <p:cNvPr id="26" name="Rectángulo 1">
                <a:extLst>
                  <a:ext uri="{FF2B5EF4-FFF2-40B4-BE49-F238E27FC236}">
                    <a16:creationId xmlns:a16="http://schemas.microsoft.com/office/drawing/2014/main" id="{D10660DE-CF98-4DE2-A70C-613005CFB1FA}"/>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ln>
                    <a:solidFill>
                      <a:schemeClr val="bg1"/>
                    </a:solidFill>
                  </a:ln>
                </a:endParaRPr>
              </a:p>
            </p:txBody>
          </p:sp>
          <p:sp>
            <p:nvSpPr>
              <p:cNvPr id="27" name="CuadroTexto 3">
                <a:extLst>
                  <a:ext uri="{FF2B5EF4-FFF2-40B4-BE49-F238E27FC236}">
                    <a16:creationId xmlns:a16="http://schemas.microsoft.com/office/drawing/2014/main" id="{2A9D5B46-E13D-4559-BACF-489778A65C3D}"/>
                  </a:ext>
                </a:extLst>
              </p:cNvPr>
              <p:cNvSpPr txBox="1"/>
              <p:nvPr/>
            </p:nvSpPr>
            <p:spPr>
              <a:xfrm>
                <a:off x="1441939" y="597240"/>
                <a:ext cx="2052375"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Customer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Name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Issue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Number</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Resi</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or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Comm</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State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a:t>
                </a:r>
              </a:p>
              <a:p>
                <a:r>
                  <a:rPr lang="es-GT" sz="1200">
                    <a:solidFill>
                      <a:schemeClr val="bg1"/>
                    </a:solidFill>
                    <a:latin typeface="Arial" panose="020B0604020202020204" pitchFamily="34" charset="0"/>
                    <a:cs typeface="Arial" panose="020B0604020202020204" pitchFamily="34" charset="0"/>
                  </a:rPr>
                  <a:t>Brand:</a:t>
                </a:r>
              </a:p>
            </p:txBody>
          </p:sp>
          <p:sp>
            <p:nvSpPr>
              <p:cNvPr id="28" name="CuadroTexto 4">
                <a:extLst>
                  <a:ext uri="{FF2B5EF4-FFF2-40B4-BE49-F238E27FC236}">
                    <a16:creationId xmlns:a16="http://schemas.microsoft.com/office/drawing/2014/main" id="{AD979728-F72F-418B-B31B-F83E088FB54B}"/>
                  </a:ext>
                </a:extLst>
              </p:cNvPr>
              <p:cNvSpPr txBox="1"/>
              <p:nvPr/>
            </p:nvSpPr>
            <p:spPr>
              <a:xfrm>
                <a:off x="5260399" y="606377"/>
                <a:ext cx="4302280"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Reason:	</a:t>
                </a:r>
                <a:r>
                  <a:rPr lang="es-GT" sz="1200" err="1">
                    <a:solidFill>
                      <a:schemeClr val="bg1"/>
                    </a:solidFill>
                    <a:latin typeface="Arial" panose="020B0604020202020204" pitchFamily="34" charset="0"/>
                    <a:cs typeface="Arial" panose="020B0604020202020204" pitchFamily="34" charset="0"/>
                  </a:rPr>
                  <a:t>Monthly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Acct</a:t>
                </a:r>
                <a:r>
                  <a:rPr lang="es-GT" sz="1200">
                    <a:solidFill>
                      <a:schemeClr val="bg1"/>
                    </a:solidFill>
                    <a:latin typeface="Arial" panose="020B0604020202020204" pitchFamily="34" charset="0"/>
                    <a:cs typeface="Arial" panose="020B0604020202020204" pitchFamily="34" charset="0"/>
                  </a:rPr>
                  <a:t> No.:	Total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Earned</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Date:		</a:t>
                </a:r>
              </a:p>
              <a:p>
                <a:r>
                  <a:rPr lang="es-GT" sz="1200" err="1">
                    <a:solidFill>
                      <a:schemeClr val="bg1"/>
                    </a:solidFill>
                    <a:latin typeface="Arial" panose="020B0604020202020204" pitchFamily="34" charset="0"/>
                    <a:cs typeface="Arial" panose="020B0604020202020204" pitchFamily="34" charset="0"/>
                  </a:rPr>
                  <a:t>Campaign</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Row</a:t>
                </a:r>
                <a:r>
                  <a:rPr lang="es-GT" sz="1200">
                    <a:solidFill>
                      <a:schemeClr val="bg1"/>
                    </a:solidFill>
                    <a:latin typeface="Arial" panose="020B0604020202020204" pitchFamily="34" charset="0"/>
                    <a:cs typeface="Arial" panose="020B0604020202020204" pitchFamily="34" charset="0"/>
                  </a:rPr>
                  <a:t> ID:</a:t>
                </a:r>
              </a:p>
              <a:p>
                <a:r>
                  <a:rPr lang="es-GT" sz="1200" err="1">
                    <a:solidFill>
                      <a:schemeClr val="bg1"/>
                    </a:solidFill>
                    <a:latin typeface="Arial" panose="020B0604020202020204" pitchFamily="34" charset="0"/>
                    <a:cs typeface="Arial" panose="020B0604020202020204" pitchFamily="34" charset="0"/>
                  </a:rPr>
                  <a:t>Commodity</a:t>
                </a:r>
                <a:r>
                  <a:rPr lang="es-GT" sz="1200">
                    <a:solidFill>
                      <a:schemeClr val="bg1"/>
                    </a:solidFill>
                    <a:latin typeface="Arial" panose="020B0604020202020204" pitchFamily="34" charset="0"/>
                    <a:cs typeface="Arial" panose="020B0604020202020204" pitchFamily="34" charset="0"/>
                  </a:rPr>
                  <a:t>:</a:t>
                </a:r>
              </a:p>
            </p:txBody>
          </p:sp>
          <p:sp>
            <p:nvSpPr>
              <p:cNvPr id="29" name="CuadroTexto 12">
                <a:extLst>
                  <a:ext uri="{FF2B5EF4-FFF2-40B4-BE49-F238E27FC236}">
                    <a16:creationId xmlns:a16="http://schemas.microsoft.com/office/drawing/2014/main" id="{DE5F043C-07DB-4F3C-8A71-713DACB54E2C}"/>
                  </a:ext>
                </a:extLst>
              </p:cNvPr>
              <p:cNvSpPr txBox="1"/>
              <p:nvPr/>
            </p:nvSpPr>
            <p:spPr>
              <a:xfrm>
                <a:off x="9808343" y="1423846"/>
                <a:ext cx="1359877" cy="369332"/>
              </a:xfrm>
              <a:prstGeom prst="rect">
                <a:avLst/>
              </a:prstGeom>
              <a:noFill/>
            </p:spPr>
            <p:txBody>
              <a:bodyPr wrap="square" rtlCol="0">
                <a:spAutoFit/>
              </a:bodyPr>
              <a:lstStyle/>
              <a:p>
                <a:pPr algn="ctr"/>
                <a:r>
                  <a:rPr lang="es-GT" i="1">
                    <a:solidFill>
                      <a:schemeClr val="bg1"/>
                    </a:solidFill>
                    <a:latin typeface="Arial" panose="020B0604020202020204" pitchFamily="34" charset="0"/>
                    <a:cs typeface="Arial" panose="020B0604020202020204" pitchFamily="34" charset="0"/>
                  </a:rPr>
                  <a:t>Lead </a:t>
                </a:r>
                <a:r>
                  <a:rPr lang="es-GT" i="1" err="1">
                    <a:solidFill>
                      <a:schemeClr val="bg1"/>
                    </a:solidFill>
                    <a:latin typeface="Arial" panose="020B0604020202020204" pitchFamily="34" charset="0"/>
                    <a:cs typeface="Arial" panose="020B0604020202020204" pitchFamily="34" charset="0"/>
                  </a:rPr>
                  <a:t>Type</a:t>
                </a:r>
                <a:endParaRPr lang="es-GT" i="1">
                  <a:solidFill>
                    <a:schemeClr val="bg1"/>
                  </a:solidFill>
                  <a:latin typeface="Arial" panose="020B0604020202020204" pitchFamily="34" charset="0"/>
                  <a:cs typeface="Arial" panose="020B0604020202020204" pitchFamily="34" charset="0"/>
                </a:endParaRPr>
              </a:p>
            </p:txBody>
          </p:sp>
        </p:grpSp>
        <p:pic>
          <p:nvPicPr>
            <p:cNvPr id="25" name="Picture 24" descr="A picture containing clipart&#10;&#10;Description automatically generated">
              <a:extLst>
                <a:ext uri="{FF2B5EF4-FFF2-40B4-BE49-F238E27FC236}">
                  <a16:creationId xmlns:a16="http://schemas.microsoft.com/office/drawing/2014/main" id="{347C3C68-0572-4335-9AFC-30878A5633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Tree>
    <p:extLst>
      <p:ext uri="{BB962C8B-B14F-4D97-AF65-F5344CB8AC3E}">
        <p14:creationId xmlns:p14="http://schemas.microsoft.com/office/powerpoint/2010/main" val="1751212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E8A0B2B-D62B-44EA-9906-7AAEFA902B65}"/>
              </a:ext>
            </a:extLst>
          </p:cNvPr>
          <p:cNvSpPr txBox="1"/>
          <p:nvPr/>
        </p:nvSpPr>
        <p:spPr>
          <a:xfrm>
            <a:off x="1230923" y="1966326"/>
            <a:ext cx="10044333" cy="646331"/>
          </a:xfrm>
          <a:prstGeom prst="rect">
            <a:avLst/>
          </a:prstGeom>
          <a:noFill/>
          <a:ln>
            <a:solidFill>
              <a:schemeClr val="tx1"/>
            </a:solidFill>
          </a:ln>
        </p:spPr>
        <p:txBody>
          <a:bodyPr wrap="square" rtlCol="0">
            <a:spAutoFit/>
          </a:bodyPr>
          <a:lstStyle/>
          <a:p>
            <a:pPr algn="just"/>
            <a:r>
              <a:rPr lang="en-US">
                <a:latin typeface="Arial" panose="020B0604020202020204" pitchFamily="34" charset="0"/>
                <a:cs typeface="Arial" panose="020B0604020202020204" pitchFamily="34" charset="0"/>
              </a:rPr>
              <a:t>Thank you for your time today. Please call us at [CID by state] if you have any questions about this call or other services available in your area.</a:t>
            </a:r>
          </a:p>
        </p:txBody>
      </p:sp>
      <p:sp>
        <p:nvSpPr>
          <p:cNvPr id="16" name="Rectángulo 5">
            <a:extLst>
              <a:ext uri="{FF2B5EF4-FFF2-40B4-BE49-F238E27FC236}">
                <a16:creationId xmlns:a16="http://schemas.microsoft.com/office/drawing/2014/main" id="{BB3C7553-9CC0-4211-9A2B-8E7C589B2018}"/>
              </a:ext>
            </a:extLst>
          </p:cNvPr>
          <p:cNvSpPr/>
          <p:nvPr/>
        </p:nvSpPr>
        <p:spPr>
          <a:xfrm>
            <a:off x="10372580" y="6234814"/>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Release</a:t>
            </a:r>
            <a:endParaRPr lang="es-GT">
              <a:solidFill>
                <a:schemeClr val="tx1"/>
              </a:solidFill>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57080B7F-CD0F-4067-A9A0-C5B55B1893FE}"/>
              </a:ext>
            </a:extLst>
          </p:cNvPr>
          <p:cNvGrpSpPr/>
          <p:nvPr/>
        </p:nvGrpSpPr>
        <p:grpSpPr>
          <a:xfrm>
            <a:off x="1230923" y="2689961"/>
            <a:ext cx="10044333" cy="1207631"/>
            <a:chOff x="348175" y="2849886"/>
            <a:chExt cx="11495650" cy="1192640"/>
          </a:xfrm>
          <a:solidFill>
            <a:srgbClr val="00B050"/>
          </a:solidFill>
        </p:grpSpPr>
        <p:sp>
          <p:nvSpPr>
            <p:cNvPr id="2" name="Rectangle 1">
              <a:extLst>
                <a:ext uri="{FF2B5EF4-FFF2-40B4-BE49-F238E27FC236}">
                  <a16:creationId xmlns:a16="http://schemas.microsoft.com/office/drawing/2014/main" id="{31CA75CC-8A68-4E3D-B306-0A962C2ADB7B}"/>
                </a:ext>
              </a:extLst>
            </p:cNvPr>
            <p:cNvSpPr/>
            <p:nvPr/>
          </p:nvSpPr>
          <p:spPr>
            <a:xfrm>
              <a:off x="348175" y="2849886"/>
              <a:ext cx="11495650" cy="1192640"/>
            </a:xfrm>
            <a:prstGeom prst="rect">
              <a:avLst/>
            </a:prstGeom>
            <a:grp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r>
                <a:rPr lang="en-US">
                  <a:solidFill>
                    <a:schemeClr val="tx1"/>
                  </a:solidFill>
                </a:rPr>
                <a:t>Schedule Call Back</a:t>
              </a:r>
            </a:p>
            <a:p>
              <a:pPr algn="ctr"/>
              <a:endParaRPr lang="en-US">
                <a:solidFill>
                  <a:schemeClr val="tx1"/>
                </a:solidFill>
              </a:endParaRPr>
            </a:p>
            <a:p>
              <a:pPr algn="ctr"/>
              <a:r>
                <a:rPr lang="en-US">
                  <a:solidFill>
                    <a:schemeClr val="tx1"/>
                  </a:solidFill>
                </a:rPr>
                <a:t>00:00</a:t>
              </a:r>
            </a:p>
            <a:p>
              <a:pPr algn="ctr"/>
              <a:endParaRPr lang="es-GT">
                <a:solidFill>
                  <a:schemeClr val="tx1"/>
                </a:solidFill>
              </a:endParaRPr>
            </a:p>
          </p:txBody>
        </p:sp>
        <p:sp>
          <p:nvSpPr>
            <p:cNvPr id="3" name="Rectangle 2">
              <a:extLst>
                <a:ext uri="{FF2B5EF4-FFF2-40B4-BE49-F238E27FC236}">
                  <a16:creationId xmlns:a16="http://schemas.microsoft.com/office/drawing/2014/main" id="{DC279091-7477-46F7-BC64-7E93F1DC53BB}"/>
                </a:ext>
              </a:extLst>
            </p:cNvPr>
            <p:cNvSpPr/>
            <p:nvPr/>
          </p:nvSpPr>
          <p:spPr>
            <a:xfrm>
              <a:off x="3650270" y="3347962"/>
              <a:ext cx="1364105" cy="398072"/>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solidFill>
                    <a:schemeClr val="tx1"/>
                  </a:solidFill>
                </a:rPr>
                <a:t>Show</a:t>
              </a:r>
              <a:endParaRPr lang="es-GT">
                <a:solidFill>
                  <a:schemeClr val="tx1"/>
                </a:solidFill>
              </a:endParaRPr>
            </a:p>
          </p:txBody>
        </p:sp>
        <p:sp>
          <p:nvSpPr>
            <p:cNvPr id="13" name="Rectangle 12">
              <a:extLst>
                <a:ext uri="{FF2B5EF4-FFF2-40B4-BE49-F238E27FC236}">
                  <a16:creationId xmlns:a16="http://schemas.microsoft.com/office/drawing/2014/main" id="{34527157-832D-4620-AF07-785FD387DFDC}"/>
                </a:ext>
              </a:extLst>
            </p:cNvPr>
            <p:cNvSpPr/>
            <p:nvPr/>
          </p:nvSpPr>
          <p:spPr>
            <a:xfrm>
              <a:off x="5388060" y="3451859"/>
              <a:ext cx="357265" cy="213609"/>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solidFill>
                    <a:schemeClr val="tx1"/>
                  </a:solidFill>
                </a:rPr>
                <a:t>&lt;</a:t>
              </a:r>
              <a:endParaRPr lang="es-GT">
                <a:solidFill>
                  <a:schemeClr val="tx1"/>
                </a:solidFill>
              </a:endParaRPr>
            </a:p>
          </p:txBody>
        </p:sp>
        <p:sp>
          <p:nvSpPr>
            <p:cNvPr id="14" name="Rectangle 13">
              <a:extLst>
                <a:ext uri="{FF2B5EF4-FFF2-40B4-BE49-F238E27FC236}">
                  <a16:creationId xmlns:a16="http://schemas.microsoft.com/office/drawing/2014/main" id="{7B453972-5B4B-4D61-9C9D-CA5193527DF3}"/>
                </a:ext>
              </a:extLst>
            </p:cNvPr>
            <p:cNvSpPr/>
            <p:nvPr/>
          </p:nvSpPr>
          <p:spPr>
            <a:xfrm>
              <a:off x="6446677" y="3451859"/>
              <a:ext cx="357265" cy="213609"/>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solidFill>
                    <a:schemeClr val="tx1"/>
                  </a:solidFill>
                </a:rPr>
                <a:t>&gt;</a:t>
              </a:r>
              <a:endParaRPr lang="es-GT">
                <a:solidFill>
                  <a:schemeClr val="tx1"/>
                </a:solidFill>
              </a:endParaRPr>
            </a:p>
          </p:txBody>
        </p:sp>
      </p:grpSp>
      <p:grpSp>
        <p:nvGrpSpPr>
          <p:cNvPr id="15" name="Group 14">
            <a:extLst>
              <a:ext uri="{FF2B5EF4-FFF2-40B4-BE49-F238E27FC236}">
                <a16:creationId xmlns:a16="http://schemas.microsoft.com/office/drawing/2014/main" id="{647E790F-E1F7-4C60-B407-23A21FBDE3B3}"/>
              </a:ext>
            </a:extLst>
          </p:cNvPr>
          <p:cNvGrpSpPr/>
          <p:nvPr/>
        </p:nvGrpSpPr>
        <p:grpSpPr>
          <a:xfrm>
            <a:off x="2325974" y="3974897"/>
            <a:ext cx="7540052" cy="2659024"/>
            <a:chOff x="2068643" y="3974897"/>
            <a:chExt cx="7540052" cy="2659024"/>
          </a:xfrm>
        </p:grpSpPr>
        <p:sp>
          <p:nvSpPr>
            <p:cNvPr id="11" name="Rectangle 10">
              <a:extLst>
                <a:ext uri="{FF2B5EF4-FFF2-40B4-BE49-F238E27FC236}">
                  <a16:creationId xmlns:a16="http://schemas.microsoft.com/office/drawing/2014/main" id="{04532D4B-4FFD-4B84-8BE0-2777AE369154}"/>
                </a:ext>
              </a:extLst>
            </p:cNvPr>
            <p:cNvSpPr/>
            <p:nvPr/>
          </p:nvSpPr>
          <p:spPr>
            <a:xfrm>
              <a:off x="2068643" y="3974897"/>
              <a:ext cx="7540052" cy="26590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Notes</a:t>
              </a:r>
              <a:endParaRPr lang="es-GT">
                <a:solidFill>
                  <a:schemeClr val="tx1"/>
                </a:solidFill>
              </a:endParaRPr>
            </a:p>
          </p:txBody>
        </p:sp>
        <p:sp>
          <p:nvSpPr>
            <p:cNvPr id="12" name="Rectangle 11">
              <a:extLst>
                <a:ext uri="{FF2B5EF4-FFF2-40B4-BE49-F238E27FC236}">
                  <a16:creationId xmlns:a16="http://schemas.microsoft.com/office/drawing/2014/main" id="{35890D3A-6BC1-4EED-97C4-FF3AEE51DD4B}"/>
                </a:ext>
              </a:extLst>
            </p:cNvPr>
            <p:cNvSpPr/>
            <p:nvPr/>
          </p:nvSpPr>
          <p:spPr>
            <a:xfrm>
              <a:off x="2248525" y="4347148"/>
              <a:ext cx="7165298" cy="21286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GT"/>
            </a:p>
          </p:txBody>
        </p:sp>
      </p:grpSp>
      <p:sp>
        <p:nvSpPr>
          <p:cNvPr id="19" name="Rectángulo 5">
            <a:extLst>
              <a:ext uri="{FF2B5EF4-FFF2-40B4-BE49-F238E27FC236}">
                <a16:creationId xmlns:a16="http://schemas.microsoft.com/office/drawing/2014/main" id="{9480369F-072E-4439-8D19-F31917EBD3FC}"/>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Back</a:t>
            </a:r>
          </a:p>
        </p:txBody>
      </p:sp>
      <p:sp>
        <p:nvSpPr>
          <p:cNvPr id="22" name="Title 1">
            <a:extLst>
              <a:ext uri="{FF2B5EF4-FFF2-40B4-BE49-F238E27FC236}">
                <a16:creationId xmlns:a16="http://schemas.microsoft.com/office/drawing/2014/main" id="{96618728-B693-4106-A702-064809748FC5}"/>
              </a:ext>
            </a:extLst>
          </p:cNvPr>
          <p:cNvSpPr>
            <a:spLocks noGrp="1"/>
          </p:cNvSpPr>
          <p:nvPr>
            <p:ph type="title"/>
          </p:nvPr>
        </p:nvSpPr>
        <p:spPr>
          <a:xfrm>
            <a:off x="838200" y="-13116"/>
            <a:ext cx="10515600" cy="592064"/>
          </a:xfrm>
        </p:spPr>
        <p:txBody>
          <a:bodyPr>
            <a:normAutofit/>
          </a:bodyPr>
          <a:lstStyle/>
          <a:p>
            <a:pPr algn="ctr"/>
            <a:r>
              <a:rPr lang="it-IT" sz="3200" b="1"/>
              <a:t>CALLBACK</a:t>
            </a:r>
          </a:p>
        </p:txBody>
      </p:sp>
      <p:grpSp>
        <p:nvGrpSpPr>
          <p:cNvPr id="21" name="Group 20">
            <a:extLst>
              <a:ext uri="{FF2B5EF4-FFF2-40B4-BE49-F238E27FC236}">
                <a16:creationId xmlns:a16="http://schemas.microsoft.com/office/drawing/2014/main" id="{48B6AFEE-283E-428D-BD7D-65CFCA716E5A}"/>
              </a:ext>
            </a:extLst>
          </p:cNvPr>
          <p:cNvGrpSpPr/>
          <p:nvPr/>
        </p:nvGrpSpPr>
        <p:grpSpPr>
          <a:xfrm>
            <a:off x="1230924" y="576775"/>
            <a:ext cx="10044332" cy="1229931"/>
            <a:chOff x="1230924" y="576775"/>
            <a:chExt cx="10044332" cy="1229931"/>
          </a:xfrm>
        </p:grpSpPr>
        <p:grpSp>
          <p:nvGrpSpPr>
            <p:cNvPr id="24" name="Grupo 5">
              <a:extLst>
                <a:ext uri="{FF2B5EF4-FFF2-40B4-BE49-F238E27FC236}">
                  <a16:creationId xmlns:a16="http://schemas.microsoft.com/office/drawing/2014/main" id="{82816DCF-AF40-479E-BF09-1917FA0B32F4}"/>
                </a:ext>
              </a:extLst>
            </p:cNvPr>
            <p:cNvGrpSpPr/>
            <p:nvPr/>
          </p:nvGrpSpPr>
          <p:grpSpPr>
            <a:xfrm>
              <a:off x="1230924" y="576775"/>
              <a:ext cx="10044332" cy="1229931"/>
              <a:chOff x="1230924" y="576775"/>
              <a:chExt cx="10044332" cy="1229931"/>
            </a:xfrm>
          </p:grpSpPr>
          <p:sp>
            <p:nvSpPr>
              <p:cNvPr id="31" name="Rectángulo 1">
                <a:extLst>
                  <a:ext uri="{FF2B5EF4-FFF2-40B4-BE49-F238E27FC236}">
                    <a16:creationId xmlns:a16="http://schemas.microsoft.com/office/drawing/2014/main" id="{AFEDFCC0-2556-481F-BD40-A7DD6FBCFC31}"/>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ln>
                    <a:solidFill>
                      <a:schemeClr val="bg1"/>
                    </a:solidFill>
                  </a:ln>
                </a:endParaRPr>
              </a:p>
            </p:txBody>
          </p:sp>
          <p:sp>
            <p:nvSpPr>
              <p:cNvPr id="32" name="CuadroTexto 3">
                <a:extLst>
                  <a:ext uri="{FF2B5EF4-FFF2-40B4-BE49-F238E27FC236}">
                    <a16:creationId xmlns:a16="http://schemas.microsoft.com/office/drawing/2014/main" id="{01F22F6C-EDCC-433F-AC60-63EF28C595E3}"/>
                  </a:ext>
                </a:extLst>
              </p:cNvPr>
              <p:cNvSpPr txBox="1"/>
              <p:nvPr/>
            </p:nvSpPr>
            <p:spPr>
              <a:xfrm>
                <a:off x="1441939" y="597240"/>
                <a:ext cx="2052375"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Customer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Name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Issue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Number</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Resi</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or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Comm</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State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a:t>
                </a:r>
              </a:p>
              <a:p>
                <a:r>
                  <a:rPr lang="es-GT" sz="1200">
                    <a:solidFill>
                      <a:schemeClr val="bg1"/>
                    </a:solidFill>
                    <a:latin typeface="Arial" panose="020B0604020202020204" pitchFamily="34" charset="0"/>
                    <a:cs typeface="Arial" panose="020B0604020202020204" pitchFamily="34" charset="0"/>
                  </a:rPr>
                  <a:t>Brand:</a:t>
                </a:r>
              </a:p>
            </p:txBody>
          </p:sp>
          <p:sp>
            <p:nvSpPr>
              <p:cNvPr id="33" name="CuadroTexto 4">
                <a:extLst>
                  <a:ext uri="{FF2B5EF4-FFF2-40B4-BE49-F238E27FC236}">
                    <a16:creationId xmlns:a16="http://schemas.microsoft.com/office/drawing/2014/main" id="{D2C4E3B5-37AD-40C6-8E88-364D0C480393}"/>
                  </a:ext>
                </a:extLst>
              </p:cNvPr>
              <p:cNvSpPr txBox="1"/>
              <p:nvPr/>
            </p:nvSpPr>
            <p:spPr>
              <a:xfrm>
                <a:off x="5260399" y="606377"/>
                <a:ext cx="4302280"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Reason:	</a:t>
                </a:r>
                <a:r>
                  <a:rPr lang="es-GT" sz="1200" err="1">
                    <a:solidFill>
                      <a:schemeClr val="bg1"/>
                    </a:solidFill>
                    <a:latin typeface="Arial" panose="020B0604020202020204" pitchFamily="34" charset="0"/>
                    <a:cs typeface="Arial" panose="020B0604020202020204" pitchFamily="34" charset="0"/>
                  </a:rPr>
                  <a:t>Monthly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Acct</a:t>
                </a:r>
                <a:r>
                  <a:rPr lang="es-GT" sz="1200">
                    <a:solidFill>
                      <a:schemeClr val="bg1"/>
                    </a:solidFill>
                    <a:latin typeface="Arial" panose="020B0604020202020204" pitchFamily="34" charset="0"/>
                    <a:cs typeface="Arial" panose="020B0604020202020204" pitchFamily="34" charset="0"/>
                  </a:rPr>
                  <a:t> No.:	Total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Earned</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Date:		</a:t>
                </a:r>
              </a:p>
              <a:p>
                <a:r>
                  <a:rPr lang="es-GT" sz="1200" err="1">
                    <a:solidFill>
                      <a:schemeClr val="bg1"/>
                    </a:solidFill>
                    <a:latin typeface="Arial" panose="020B0604020202020204" pitchFamily="34" charset="0"/>
                    <a:cs typeface="Arial" panose="020B0604020202020204" pitchFamily="34" charset="0"/>
                  </a:rPr>
                  <a:t>Campaign</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Row</a:t>
                </a:r>
                <a:r>
                  <a:rPr lang="es-GT" sz="1200">
                    <a:solidFill>
                      <a:schemeClr val="bg1"/>
                    </a:solidFill>
                    <a:latin typeface="Arial" panose="020B0604020202020204" pitchFamily="34" charset="0"/>
                    <a:cs typeface="Arial" panose="020B0604020202020204" pitchFamily="34" charset="0"/>
                  </a:rPr>
                  <a:t> ID:</a:t>
                </a:r>
              </a:p>
              <a:p>
                <a:r>
                  <a:rPr lang="es-GT" sz="1200" err="1">
                    <a:solidFill>
                      <a:schemeClr val="bg1"/>
                    </a:solidFill>
                    <a:latin typeface="Arial" panose="020B0604020202020204" pitchFamily="34" charset="0"/>
                    <a:cs typeface="Arial" panose="020B0604020202020204" pitchFamily="34" charset="0"/>
                  </a:rPr>
                  <a:t>Commodity</a:t>
                </a:r>
                <a:r>
                  <a:rPr lang="es-GT" sz="1200">
                    <a:solidFill>
                      <a:schemeClr val="bg1"/>
                    </a:solidFill>
                    <a:latin typeface="Arial" panose="020B0604020202020204" pitchFamily="34" charset="0"/>
                    <a:cs typeface="Arial" panose="020B0604020202020204" pitchFamily="34" charset="0"/>
                  </a:rPr>
                  <a:t>:</a:t>
                </a:r>
              </a:p>
            </p:txBody>
          </p:sp>
          <p:sp>
            <p:nvSpPr>
              <p:cNvPr id="34" name="CuadroTexto 12">
                <a:extLst>
                  <a:ext uri="{FF2B5EF4-FFF2-40B4-BE49-F238E27FC236}">
                    <a16:creationId xmlns:a16="http://schemas.microsoft.com/office/drawing/2014/main" id="{36370729-D8F8-4D41-B08A-12593FFFB16B}"/>
                  </a:ext>
                </a:extLst>
              </p:cNvPr>
              <p:cNvSpPr txBox="1"/>
              <p:nvPr/>
            </p:nvSpPr>
            <p:spPr>
              <a:xfrm>
                <a:off x="9808343" y="1423846"/>
                <a:ext cx="1359877" cy="369332"/>
              </a:xfrm>
              <a:prstGeom prst="rect">
                <a:avLst/>
              </a:prstGeom>
              <a:noFill/>
            </p:spPr>
            <p:txBody>
              <a:bodyPr wrap="square" rtlCol="0">
                <a:spAutoFit/>
              </a:bodyPr>
              <a:lstStyle/>
              <a:p>
                <a:pPr algn="ctr"/>
                <a:r>
                  <a:rPr lang="es-GT" i="1">
                    <a:solidFill>
                      <a:schemeClr val="bg1"/>
                    </a:solidFill>
                    <a:latin typeface="Arial" panose="020B0604020202020204" pitchFamily="34" charset="0"/>
                    <a:cs typeface="Arial" panose="020B0604020202020204" pitchFamily="34" charset="0"/>
                  </a:rPr>
                  <a:t>Lead </a:t>
                </a:r>
                <a:r>
                  <a:rPr lang="es-GT" i="1" err="1">
                    <a:solidFill>
                      <a:schemeClr val="bg1"/>
                    </a:solidFill>
                    <a:latin typeface="Arial" panose="020B0604020202020204" pitchFamily="34" charset="0"/>
                    <a:cs typeface="Arial" panose="020B0604020202020204" pitchFamily="34" charset="0"/>
                  </a:rPr>
                  <a:t>Type</a:t>
                </a:r>
                <a:endParaRPr lang="es-GT" i="1">
                  <a:solidFill>
                    <a:schemeClr val="bg1"/>
                  </a:solidFill>
                  <a:latin typeface="Arial" panose="020B0604020202020204" pitchFamily="34" charset="0"/>
                  <a:cs typeface="Arial" panose="020B0604020202020204" pitchFamily="34" charset="0"/>
                </a:endParaRPr>
              </a:p>
            </p:txBody>
          </p:sp>
        </p:grpSp>
        <p:pic>
          <p:nvPicPr>
            <p:cNvPr id="30" name="Picture 29" descr="A picture containing clipart&#10;&#10;Description automatically generated">
              <a:extLst>
                <a:ext uri="{FF2B5EF4-FFF2-40B4-BE49-F238E27FC236}">
                  <a16:creationId xmlns:a16="http://schemas.microsoft.com/office/drawing/2014/main" id="{ADADEAFC-6D0B-4979-BBBF-1743046E0A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Tree>
    <p:extLst>
      <p:ext uri="{BB962C8B-B14F-4D97-AF65-F5344CB8AC3E}">
        <p14:creationId xmlns:p14="http://schemas.microsoft.com/office/powerpoint/2010/main" val="3895171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uadroTexto 7">
            <a:extLst>
              <a:ext uri="{FF2B5EF4-FFF2-40B4-BE49-F238E27FC236}">
                <a16:creationId xmlns:a16="http://schemas.microsoft.com/office/drawing/2014/main" id="{0D3E0A5F-64EC-4703-8BBF-1407AF7726DE}"/>
              </a:ext>
            </a:extLst>
          </p:cNvPr>
          <p:cNvSpPr txBox="1"/>
          <p:nvPr/>
        </p:nvSpPr>
        <p:spPr>
          <a:xfrm>
            <a:off x="348175" y="1966325"/>
            <a:ext cx="11495650" cy="646331"/>
          </a:xfrm>
          <a:prstGeom prst="rect">
            <a:avLst/>
          </a:prstGeom>
          <a:noFill/>
          <a:ln>
            <a:solidFill>
              <a:schemeClr val="tx1"/>
            </a:solidFill>
          </a:ln>
        </p:spPr>
        <p:txBody>
          <a:bodyPr wrap="square" rtlCol="0">
            <a:spAutoFit/>
          </a:bodyPr>
          <a:lstStyle/>
          <a:p>
            <a:pPr algn="just"/>
            <a:r>
              <a:rPr lang="en-US">
                <a:solidFill>
                  <a:srgbClr val="00B0F0"/>
                </a:solidFill>
                <a:latin typeface="Arial" panose="020B0604020202020204" pitchFamily="34" charset="0"/>
                <a:cs typeface="Arial" panose="020B0604020202020204" pitchFamily="34" charset="0"/>
              </a:rPr>
              <a:t>I will add your number to the do not call list. It may take up to 30 days to remove your number from any other calling list.  Thank you.</a:t>
            </a:r>
          </a:p>
        </p:txBody>
      </p:sp>
      <p:sp>
        <p:nvSpPr>
          <p:cNvPr id="28" name="Title 1">
            <a:extLst>
              <a:ext uri="{FF2B5EF4-FFF2-40B4-BE49-F238E27FC236}">
                <a16:creationId xmlns:a16="http://schemas.microsoft.com/office/drawing/2014/main" id="{08AE98BB-E2F6-411C-BE12-3E36C66846A1}"/>
              </a:ext>
            </a:extLst>
          </p:cNvPr>
          <p:cNvSpPr>
            <a:spLocks noGrp="1"/>
          </p:cNvSpPr>
          <p:nvPr>
            <p:ph type="title"/>
          </p:nvPr>
        </p:nvSpPr>
        <p:spPr>
          <a:xfrm>
            <a:off x="554501" y="112411"/>
            <a:ext cx="10515600" cy="315912"/>
          </a:xfrm>
        </p:spPr>
        <p:txBody>
          <a:bodyPr vert="horz" lIns="91440" tIns="45720" rIns="91440" bIns="45720" rtlCol="0" anchor="ctr">
            <a:noAutofit/>
          </a:bodyPr>
          <a:lstStyle/>
          <a:p>
            <a:pPr algn="ctr"/>
            <a:r>
              <a:rPr lang="en-US" sz="3200"/>
              <a:t>DNC</a:t>
            </a:r>
            <a:endParaRPr lang="es-GT" sz="3200"/>
          </a:p>
        </p:txBody>
      </p:sp>
      <p:sp>
        <p:nvSpPr>
          <p:cNvPr id="29" name="Rectángulo 5">
            <a:extLst>
              <a:ext uri="{FF2B5EF4-FFF2-40B4-BE49-F238E27FC236}">
                <a16:creationId xmlns:a16="http://schemas.microsoft.com/office/drawing/2014/main" id="{99218817-A975-4276-827A-EC9212444AA2}"/>
              </a:ext>
            </a:extLst>
          </p:cNvPr>
          <p:cNvSpPr/>
          <p:nvPr/>
        </p:nvSpPr>
        <p:spPr>
          <a:xfrm>
            <a:off x="10368820" y="6233024"/>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Release</a:t>
            </a:r>
            <a:endParaRPr lang="es-GT">
              <a:solidFill>
                <a:schemeClr val="tx1"/>
              </a:solidFill>
              <a:latin typeface="Arial" panose="020B0604020202020204" pitchFamily="34" charset="0"/>
              <a:cs typeface="Arial" panose="020B0604020202020204" pitchFamily="34" charset="0"/>
            </a:endParaRPr>
          </a:p>
        </p:txBody>
      </p:sp>
      <p:sp>
        <p:nvSpPr>
          <p:cNvPr id="30" name="Rectángulo 5">
            <a:extLst>
              <a:ext uri="{FF2B5EF4-FFF2-40B4-BE49-F238E27FC236}">
                <a16:creationId xmlns:a16="http://schemas.microsoft.com/office/drawing/2014/main" id="{5B39E4CC-AD5B-460D-9EA1-203452DB95E2}"/>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Back</a:t>
            </a:r>
          </a:p>
        </p:txBody>
      </p:sp>
      <p:grpSp>
        <p:nvGrpSpPr>
          <p:cNvPr id="21" name="Group 20">
            <a:extLst>
              <a:ext uri="{FF2B5EF4-FFF2-40B4-BE49-F238E27FC236}">
                <a16:creationId xmlns:a16="http://schemas.microsoft.com/office/drawing/2014/main" id="{3E10AA7A-4914-4B74-B978-98355158BAFE}"/>
              </a:ext>
            </a:extLst>
          </p:cNvPr>
          <p:cNvGrpSpPr/>
          <p:nvPr/>
        </p:nvGrpSpPr>
        <p:grpSpPr>
          <a:xfrm>
            <a:off x="1230924" y="576775"/>
            <a:ext cx="10044332" cy="1229931"/>
            <a:chOff x="1230924" y="576775"/>
            <a:chExt cx="10044332" cy="1229931"/>
          </a:xfrm>
        </p:grpSpPr>
        <p:grpSp>
          <p:nvGrpSpPr>
            <p:cNvPr id="22" name="Grupo 5">
              <a:extLst>
                <a:ext uri="{FF2B5EF4-FFF2-40B4-BE49-F238E27FC236}">
                  <a16:creationId xmlns:a16="http://schemas.microsoft.com/office/drawing/2014/main" id="{D3F26EF0-12A9-4BEE-B3F9-153F2755A307}"/>
                </a:ext>
              </a:extLst>
            </p:cNvPr>
            <p:cNvGrpSpPr/>
            <p:nvPr/>
          </p:nvGrpSpPr>
          <p:grpSpPr>
            <a:xfrm>
              <a:off x="1230924" y="576775"/>
              <a:ext cx="10044332" cy="1229931"/>
              <a:chOff x="1230924" y="576775"/>
              <a:chExt cx="10044332" cy="1229931"/>
            </a:xfrm>
          </p:grpSpPr>
          <p:sp>
            <p:nvSpPr>
              <p:cNvPr id="24" name="Rectángulo 1">
                <a:extLst>
                  <a:ext uri="{FF2B5EF4-FFF2-40B4-BE49-F238E27FC236}">
                    <a16:creationId xmlns:a16="http://schemas.microsoft.com/office/drawing/2014/main" id="{DB090346-CD66-4AB7-A1BE-4A8C97B89069}"/>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ln>
                    <a:solidFill>
                      <a:schemeClr val="bg1"/>
                    </a:solidFill>
                  </a:ln>
                </a:endParaRPr>
              </a:p>
            </p:txBody>
          </p:sp>
          <p:sp>
            <p:nvSpPr>
              <p:cNvPr id="25" name="CuadroTexto 3">
                <a:extLst>
                  <a:ext uri="{FF2B5EF4-FFF2-40B4-BE49-F238E27FC236}">
                    <a16:creationId xmlns:a16="http://schemas.microsoft.com/office/drawing/2014/main" id="{1D70DEF4-4763-4A03-B49A-DD1CD53C6F69}"/>
                  </a:ext>
                </a:extLst>
              </p:cNvPr>
              <p:cNvSpPr txBox="1"/>
              <p:nvPr/>
            </p:nvSpPr>
            <p:spPr>
              <a:xfrm>
                <a:off x="1441939" y="597240"/>
                <a:ext cx="2052375"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Customer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Name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Issue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Number</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Resi</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or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Comm</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State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a:t>
                </a:r>
              </a:p>
              <a:p>
                <a:r>
                  <a:rPr lang="es-GT" sz="1200">
                    <a:solidFill>
                      <a:schemeClr val="bg1"/>
                    </a:solidFill>
                    <a:latin typeface="Arial" panose="020B0604020202020204" pitchFamily="34" charset="0"/>
                    <a:cs typeface="Arial" panose="020B0604020202020204" pitchFamily="34" charset="0"/>
                  </a:rPr>
                  <a:t>Brand:</a:t>
                </a:r>
              </a:p>
            </p:txBody>
          </p:sp>
          <p:sp>
            <p:nvSpPr>
              <p:cNvPr id="26" name="CuadroTexto 4">
                <a:extLst>
                  <a:ext uri="{FF2B5EF4-FFF2-40B4-BE49-F238E27FC236}">
                    <a16:creationId xmlns:a16="http://schemas.microsoft.com/office/drawing/2014/main" id="{9FE993CE-2D78-4A2F-B251-6A23A0EF4912}"/>
                  </a:ext>
                </a:extLst>
              </p:cNvPr>
              <p:cNvSpPr txBox="1"/>
              <p:nvPr/>
            </p:nvSpPr>
            <p:spPr>
              <a:xfrm>
                <a:off x="5260399" y="606377"/>
                <a:ext cx="4302280"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Reason:	</a:t>
                </a:r>
                <a:r>
                  <a:rPr lang="es-GT" sz="1200" err="1">
                    <a:solidFill>
                      <a:schemeClr val="bg1"/>
                    </a:solidFill>
                    <a:latin typeface="Arial" panose="020B0604020202020204" pitchFamily="34" charset="0"/>
                    <a:cs typeface="Arial" panose="020B0604020202020204" pitchFamily="34" charset="0"/>
                  </a:rPr>
                  <a:t>Monthly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Acct</a:t>
                </a:r>
                <a:r>
                  <a:rPr lang="es-GT" sz="1200">
                    <a:solidFill>
                      <a:schemeClr val="bg1"/>
                    </a:solidFill>
                    <a:latin typeface="Arial" panose="020B0604020202020204" pitchFamily="34" charset="0"/>
                    <a:cs typeface="Arial" panose="020B0604020202020204" pitchFamily="34" charset="0"/>
                  </a:rPr>
                  <a:t> No.:	Total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Earned</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Date:		</a:t>
                </a:r>
              </a:p>
              <a:p>
                <a:r>
                  <a:rPr lang="es-GT" sz="1200" err="1">
                    <a:solidFill>
                      <a:schemeClr val="bg1"/>
                    </a:solidFill>
                    <a:latin typeface="Arial" panose="020B0604020202020204" pitchFamily="34" charset="0"/>
                    <a:cs typeface="Arial" panose="020B0604020202020204" pitchFamily="34" charset="0"/>
                  </a:rPr>
                  <a:t>Campaign</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Row</a:t>
                </a:r>
                <a:r>
                  <a:rPr lang="es-GT" sz="1200">
                    <a:solidFill>
                      <a:schemeClr val="bg1"/>
                    </a:solidFill>
                    <a:latin typeface="Arial" panose="020B0604020202020204" pitchFamily="34" charset="0"/>
                    <a:cs typeface="Arial" panose="020B0604020202020204" pitchFamily="34" charset="0"/>
                  </a:rPr>
                  <a:t> ID:</a:t>
                </a:r>
              </a:p>
              <a:p>
                <a:r>
                  <a:rPr lang="es-GT" sz="1200" err="1">
                    <a:solidFill>
                      <a:schemeClr val="bg1"/>
                    </a:solidFill>
                    <a:latin typeface="Arial" panose="020B0604020202020204" pitchFamily="34" charset="0"/>
                    <a:cs typeface="Arial" panose="020B0604020202020204" pitchFamily="34" charset="0"/>
                  </a:rPr>
                  <a:t>Commodity</a:t>
                </a:r>
                <a:r>
                  <a:rPr lang="es-GT" sz="1200">
                    <a:solidFill>
                      <a:schemeClr val="bg1"/>
                    </a:solidFill>
                    <a:latin typeface="Arial" panose="020B0604020202020204" pitchFamily="34" charset="0"/>
                    <a:cs typeface="Arial" panose="020B0604020202020204" pitchFamily="34" charset="0"/>
                  </a:rPr>
                  <a:t>:</a:t>
                </a:r>
              </a:p>
            </p:txBody>
          </p:sp>
          <p:sp>
            <p:nvSpPr>
              <p:cNvPr id="27" name="CuadroTexto 12">
                <a:extLst>
                  <a:ext uri="{FF2B5EF4-FFF2-40B4-BE49-F238E27FC236}">
                    <a16:creationId xmlns:a16="http://schemas.microsoft.com/office/drawing/2014/main" id="{1CC44613-DDF4-45E3-BD85-211AE0248527}"/>
                  </a:ext>
                </a:extLst>
              </p:cNvPr>
              <p:cNvSpPr txBox="1"/>
              <p:nvPr/>
            </p:nvSpPr>
            <p:spPr>
              <a:xfrm>
                <a:off x="9808343" y="1423846"/>
                <a:ext cx="1359877" cy="369332"/>
              </a:xfrm>
              <a:prstGeom prst="rect">
                <a:avLst/>
              </a:prstGeom>
              <a:noFill/>
            </p:spPr>
            <p:txBody>
              <a:bodyPr wrap="square" rtlCol="0">
                <a:spAutoFit/>
              </a:bodyPr>
              <a:lstStyle/>
              <a:p>
                <a:pPr algn="ctr"/>
                <a:r>
                  <a:rPr lang="es-GT" i="1">
                    <a:solidFill>
                      <a:schemeClr val="bg1"/>
                    </a:solidFill>
                    <a:latin typeface="Arial" panose="020B0604020202020204" pitchFamily="34" charset="0"/>
                    <a:cs typeface="Arial" panose="020B0604020202020204" pitchFamily="34" charset="0"/>
                  </a:rPr>
                  <a:t>Lead </a:t>
                </a:r>
                <a:r>
                  <a:rPr lang="es-GT" i="1" err="1">
                    <a:solidFill>
                      <a:schemeClr val="bg1"/>
                    </a:solidFill>
                    <a:latin typeface="Arial" panose="020B0604020202020204" pitchFamily="34" charset="0"/>
                    <a:cs typeface="Arial" panose="020B0604020202020204" pitchFamily="34" charset="0"/>
                  </a:rPr>
                  <a:t>Type</a:t>
                </a:r>
                <a:endParaRPr lang="es-GT" i="1">
                  <a:solidFill>
                    <a:schemeClr val="bg1"/>
                  </a:solidFill>
                  <a:latin typeface="Arial" panose="020B0604020202020204" pitchFamily="34" charset="0"/>
                  <a:cs typeface="Arial" panose="020B0604020202020204" pitchFamily="34" charset="0"/>
                </a:endParaRPr>
              </a:p>
            </p:txBody>
          </p:sp>
        </p:grpSp>
        <p:pic>
          <p:nvPicPr>
            <p:cNvPr id="23" name="Picture 22" descr="A picture containing clipart&#10;&#10;Description automatically generated">
              <a:extLst>
                <a:ext uri="{FF2B5EF4-FFF2-40B4-BE49-F238E27FC236}">
                  <a16:creationId xmlns:a16="http://schemas.microsoft.com/office/drawing/2014/main" id="{8A25F0B9-D693-4CD6-87FC-32925FA5B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Tree>
    <p:extLst>
      <p:ext uri="{BB962C8B-B14F-4D97-AF65-F5344CB8AC3E}">
        <p14:creationId xmlns:p14="http://schemas.microsoft.com/office/powerpoint/2010/main" val="3533196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08AE98BB-E2F6-411C-BE12-3E36C66846A1}"/>
              </a:ext>
            </a:extLst>
          </p:cNvPr>
          <p:cNvSpPr>
            <a:spLocks noGrp="1"/>
          </p:cNvSpPr>
          <p:nvPr>
            <p:ph type="title"/>
          </p:nvPr>
        </p:nvSpPr>
        <p:spPr>
          <a:xfrm>
            <a:off x="554501" y="112411"/>
            <a:ext cx="10515600" cy="315912"/>
          </a:xfrm>
        </p:spPr>
        <p:txBody>
          <a:bodyPr vert="horz" lIns="91440" tIns="45720" rIns="91440" bIns="45720" rtlCol="0" anchor="ctr">
            <a:noAutofit/>
          </a:bodyPr>
          <a:lstStyle/>
          <a:p>
            <a:pPr algn="ctr"/>
            <a:r>
              <a:rPr lang="en-US" sz="3200"/>
              <a:t>NO SALE CLOSE</a:t>
            </a:r>
            <a:endParaRPr lang="es-GT" sz="3200"/>
          </a:p>
        </p:txBody>
      </p:sp>
      <p:sp>
        <p:nvSpPr>
          <p:cNvPr id="29" name="Rectángulo 5">
            <a:extLst>
              <a:ext uri="{FF2B5EF4-FFF2-40B4-BE49-F238E27FC236}">
                <a16:creationId xmlns:a16="http://schemas.microsoft.com/office/drawing/2014/main" id="{99218817-A975-4276-827A-EC9212444AA2}"/>
              </a:ext>
            </a:extLst>
          </p:cNvPr>
          <p:cNvSpPr/>
          <p:nvPr/>
        </p:nvSpPr>
        <p:spPr>
          <a:xfrm>
            <a:off x="10368820" y="6233024"/>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Release</a:t>
            </a:r>
            <a:endParaRPr lang="es-GT">
              <a:solidFill>
                <a:schemeClr val="tx1"/>
              </a:solidFill>
              <a:latin typeface="Arial" panose="020B0604020202020204" pitchFamily="34" charset="0"/>
              <a:cs typeface="Arial" panose="020B0604020202020204" pitchFamily="34" charset="0"/>
            </a:endParaRPr>
          </a:p>
        </p:txBody>
      </p:sp>
      <p:sp>
        <p:nvSpPr>
          <p:cNvPr id="30" name="Rectángulo 5">
            <a:extLst>
              <a:ext uri="{FF2B5EF4-FFF2-40B4-BE49-F238E27FC236}">
                <a16:creationId xmlns:a16="http://schemas.microsoft.com/office/drawing/2014/main" id="{5B39E4CC-AD5B-460D-9EA1-203452DB95E2}"/>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Back</a:t>
            </a:r>
          </a:p>
        </p:txBody>
      </p:sp>
      <p:grpSp>
        <p:nvGrpSpPr>
          <p:cNvPr id="2" name="Group 1">
            <a:extLst>
              <a:ext uri="{FF2B5EF4-FFF2-40B4-BE49-F238E27FC236}">
                <a16:creationId xmlns:a16="http://schemas.microsoft.com/office/drawing/2014/main" id="{44DC1139-005B-4CE5-987B-5C06314DF9C8}"/>
              </a:ext>
            </a:extLst>
          </p:cNvPr>
          <p:cNvGrpSpPr/>
          <p:nvPr/>
        </p:nvGrpSpPr>
        <p:grpSpPr>
          <a:xfrm>
            <a:off x="1943100" y="2026748"/>
            <a:ext cx="7010400" cy="4221651"/>
            <a:chOff x="1943100" y="2026748"/>
            <a:chExt cx="7010400" cy="4221651"/>
          </a:xfrm>
        </p:grpSpPr>
        <p:sp>
          <p:nvSpPr>
            <p:cNvPr id="13" name="Subtitle 2">
              <a:extLst>
                <a:ext uri="{FF2B5EF4-FFF2-40B4-BE49-F238E27FC236}">
                  <a16:creationId xmlns:a16="http://schemas.microsoft.com/office/drawing/2014/main" id="{B9383367-EDDF-471D-A61F-01FD32D19DB9}"/>
                </a:ext>
              </a:extLst>
            </p:cNvPr>
            <p:cNvSpPr txBox="1">
              <a:spLocks/>
            </p:cNvSpPr>
            <p:nvPr/>
          </p:nvSpPr>
          <p:spPr bwMode="auto">
            <a:xfrm>
              <a:off x="1943100" y="2026748"/>
              <a:ext cx="7010400" cy="422165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1800">
                  <a:latin typeface="Arial" panose="020B0604020202020204" pitchFamily="34" charset="0"/>
                  <a:cs typeface="Arial" panose="020B0604020202020204" pitchFamily="34" charset="0"/>
                </a:rPr>
                <a:t>Thank you for your time today.  Please call us at [CID by state] with any questions about this call or other [Utility] services available in your area.</a:t>
              </a:r>
            </a:p>
            <a:p>
              <a:pPr eaLnBrk="1" hangingPunct="1">
                <a:buFont typeface="Arial" panose="020B0604020202020204" pitchFamily="34" charset="0"/>
                <a:buNone/>
              </a:pPr>
              <a:endParaRPr lang="en-US" altLang="en-US" sz="12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12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12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120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C1FF6598-A0D6-40D3-B7E0-09309A315B45}"/>
                </a:ext>
              </a:extLst>
            </p:cNvPr>
            <p:cNvSpPr/>
            <p:nvPr/>
          </p:nvSpPr>
          <p:spPr>
            <a:xfrm>
              <a:off x="2068643" y="3028335"/>
              <a:ext cx="6760564" cy="31237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000"/>
                <a:t>NCR Table</a:t>
              </a:r>
              <a:endParaRPr lang="es-GT" sz="3000"/>
            </a:p>
          </p:txBody>
        </p:sp>
      </p:grpSp>
      <p:grpSp>
        <p:nvGrpSpPr>
          <p:cNvPr id="21" name="Group 20">
            <a:extLst>
              <a:ext uri="{FF2B5EF4-FFF2-40B4-BE49-F238E27FC236}">
                <a16:creationId xmlns:a16="http://schemas.microsoft.com/office/drawing/2014/main" id="{D80BB25F-1D74-49D0-8DEC-9E9806EB8C43}"/>
              </a:ext>
            </a:extLst>
          </p:cNvPr>
          <p:cNvGrpSpPr/>
          <p:nvPr/>
        </p:nvGrpSpPr>
        <p:grpSpPr>
          <a:xfrm>
            <a:off x="1230924" y="576775"/>
            <a:ext cx="10044332" cy="1229931"/>
            <a:chOff x="1230924" y="576775"/>
            <a:chExt cx="10044332" cy="1229931"/>
          </a:xfrm>
        </p:grpSpPr>
        <p:grpSp>
          <p:nvGrpSpPr>
            <p:cNvPr id="22" name="Grupo 5">
              <a:extLst>
                <a:ext uri="{FF2B5EF4-FFF2-40B4-BE49-F238E27FC236}">
                  <a16:creationId xmlns:a16="http://schemas.microsoft.com/office/drawing/2014/main" id="{B2BCF575-8F0C-45A6-A222-9FF5E615B742}"/>
                </a:ext>
              </a:extLst>
            </p:cNvPr>
            <p:cNvGrpSpPr/>
            <p:nvPr/>
          </p:nvGrpSpPr>
          <p:grpSpPr>
            <a:xfrm>
              <a:off x="1230924" y="576775"/>
              <a:ext cx="10044332" cy="1229931"/>
              <a:chOff x="1230924" y="576775"/>
              <a:chExt cx="10044332" cy="1229931"/>
            </a:xfrm>
          </p:grpSpPr>
          <p:sp>
            <p:nvSpPr>
              <p:cNvPr id="24" name="Rectángulo 1">
                <a:extLst>
                  <a:ext uri="{FF2B5EF4-FFF2-40B4-BE49-F238E27FC236}">
                    <a16:creationId xmlns:a16="http://schemas.microsoft.com/office/drawing/2014/main" id="{B2809355-67F9-433E-931F-55E8470843B6}"/>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ln>
                    <a:solidFill>
                      <a:schemeClr val="bg1"/>
                    </a:solidFill>
                  </a:ln>
                </a:endParaRPr>
              </a:p>
            </p:txBody>
          </p:sp>
          <p:sp>
            <p:nvSpPr>
              <p:cNvPr id="25" name="CuadroTexto 3">
                <a:extLst>
                  <a:ext uri="{FF2B5EF4-FFF2-40B4-BE49-F238E27FC236}">
                    <a16:creationId xmlns:a16="http://schemas.microsoft.com/office/drawing/2014/main" id="{1243E8D1-ACD3-4F43-A2E0-6DD927ED985C}"/>
                  </a:ext>
                </a:extLst>
              </p:cNvPr>
              <p:cNvSpPr txBox="1"/>
              <p:nvPr/>
            </p:nvSpPr>
            <p:spPr>
              <a:xfrm>
                <a:off x="1441939" y="597240"/>
                <a:ext cx="2052375"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Customer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Name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Issue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Number</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Resi</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or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Comm</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State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a:t>
                </a:r>
              </a:p>
              <a:p>
                <a:r>
                  <a:rPr lang="es-GT" sz="1200">
                    <a:solidFill>
                      <a:schemeClr val="bg1"/>
                    </a:solidFill>
                    <a:latin typeface="Arial" panose="020B0604020202020204" pitchFamily="34" charset="0"/>
                    <a:cs typeface="Arial" panose="020B0604020202020204" pitchFamily="34" charset="0"/>
                  </a:rPr>
                  <a:t>Brand:</a:t>
                </a:r>
              </a:p>
            </p:txBody>
          </p:sp>
          <p:sp>
            <p:nvSpPr>
              <p:cNvPr id="26" name="CuadroTexto 4">
                <a:extLst>
                  <a:ext uri="{FF2B5EF4-FFF2-40B4-BE49-F238E27FC236}">
                    <a16:creationId xmlns:a16="http://schemas.microsoft.com/office/drawing/2014/main" id="{4F5B8896-A482-4215-8720-5348A3342F49}"/>
                  </a:ext>
                </a:extLst>
              </p:cNvPr>
              <p:cNvSpPr txBox="1"/>
              <p:nvPr/>
            </p:nvSpPr>
            <p:spPr>
              <a:xfrm>
                <a:off x="5260399" y="606377"/>
                <a:ext cx="4302280"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Reason:	</a:t>
                </a:r>
                <a:r>
                  <a:rPr lang="es-GT" sz="1200" err="1">
                    <a:solidFill>
                      <a:schemeClr val="bg1"/>
                    </a:solidFill>
                    <a:latin typeface="Arial" panose="020B0604020202020204" pitchFamily="34" charset="0"/>
                    <a:cs typeface="Arial" panose="020B0604020202020204" pitchFamily="34" charset="0"/>
                  </a:rPr>
                  <a:t>Monthly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Acct</a:t>
                </a:r>
                <a:r>
                  <a:rPr lang="es-GT" sz="1200">
                    <a:solidFill>
                      <a:schemeClr val="bg1"/>
                    </a:solidFill>
                    <a:latin typeface="Arial" panose="020B0604020202020204" pitchFamily="34" charset="0"/>
                    <a:cs typeface="Arial" panose="020B0604020202020204" pitchFamily="34" charset="0"/>
                  </a:rPr>
                  <a:t> No.:	Total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Earned</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Date:		</a:t>
                </a:r>
              </a:p>
              <a:p>
                <a:r>
                  <a:rPr lang="es-GT" sz="1200" err="1">
                    <a:solidFill>
                      <a:schemeClr val="bg1"/>
                    </a:solidFill>
                    <a:latin typeface="Arial" panose="020B0604020202020204" pitchFamily="34" charset="0"/>
                    <a:cs typeface="Arial" panose="020B0604020202020204" pitchFamily="34" charset="0"/>
                  </a:rPr>
                  <a:t>Campaign</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Row</a:t>
                </a:r>
                <a:r>
                  <a:rPr lang="es-GT" sz="1200">
                    <a:solidFill>
                      <a:schemeClr val="bg1"/>
                    </a:solidFill>
                    <a:latin typeface="Arial" panose="020B0604020202020204" pitchFamily="34" charset="0"/>
                    <a:cs typeface="Arial" panose="020B0604020202020204" pitchFamily="34" charset="0"/>
                  </a:rPr>
                  <a:t> ID:</a:t>
                </a:r>
              </a:p>
              <a:p>
                <a:r>
                  <a:rPr lang="es-GT" sz="1200" err="1">
                    <a:solidFill>
                      <a:schemeClr val="bg1"/>
                    </a:solidFill>
                    <a:latin typeface="Arial" panose="020B0604020202020204" pitchFamily="34" charset="0"/>
                    <a:cs typeface="Arial" panose="020B0604020202020204" pitchFamily="34" charset="0"/>
                  </a:rPr>
                  <a:t>Commodity</a:t>
                </a:r>
                <a:r>
                  <a:rPr lang="es-GT" sz="1200">
                    <a:solidFill>
                      <a:schemeClr val="bg1"/>
                    </a:solidFill>
                    <a:latin typeface="Arial" panose="020B0604020202020204" pitchFamily="34" charset="0"/>
                    <a:cs typeface="Arial" panose="020B0604020202020204" pitchFamily="34" charset="0"/>
                  </a:rPr>
                  <a:t>:</a:t>
                </a:r>
              </a:p>
            </p:txBody>
          </p:sp>
          <p:sp>
            <p:nvSpPr>
              <p:cNvPr id="27" name="CuadroTexto 12">
                <a:extLst>
                  <a:ext uri="{FF2B5EF4-FFF2-40B4-BE49-F238E27FC236}">
                    <a16:creationId xmlns:a16="http://schemas.microsoft.com/office/drawing/2014/main" id="{90F20280-01FC-4CCA-80FB-CD349D58A933}"/>
                  </a:ext>
                </a:extLst>
              </p:cNvPr>
              <p:cNvSpPr txBox="1"/>
              <p:nvPr/>
            </p:nvSpPr>
            <p:spPr>
              <a:xfrm>
                <a:off x="9808343" y="1423846"/>
                <a:ext cx="1359877" cy="369332"/>
              </a:xfrm>
              <a:prstGeom prst="rect">
                <a:avLst/>
              </a:prstGeom>
              <a:noFill/>
            </p:spPr>
            <p:txBody>
              <a:bodyPr wrap="square" rtlCol="0">
                <a:spAutoFit/>
              </a:bodyPr>
              <a:lstStyle/>
              <a:p>
                <a:pPr algn="ctr"/>
                <a:r>
                  <a:rPr lang="es-GT" i="1">
                    <a:solidFill>
                      <a:schemeClr val="bg1"/>
                    </a:solidFill>
                    <a:latin typeface="Arial" panose="020B0604020202020204" pitchFamily="34" charset="0"/>
                    <a:cs typeface="Arial" panose="020B0604020202020204" pitchFamily="34" charset="0"/>
                  </a:rPr>
                  <a:t>Lead </a:t>
                </a:r>
                <a:r>
                  <a:rPr lang="es-GT" i="1" err="1">
                    <a:solidFill>
                      <a:schemeClr val="bg1"/>
                    </a:solidFill>
                    <a:latin typeface="Arial" panose="020B0604020202020204" pitchFamily="34" charset="0"/>
                    <a:cs typeface="Arial" panose="020B0604020202020204" pitchFamily="34" charset="0"/>
                  </a:rPr>
                  <a:t>Type</a:t>
                </a:r>
                <a:endParaRPr lang="es-GT" i="1">
                  <a:solidFill>
                    <a:schemeClr val="bg1"/>
                  </a:solidFill>
                  <a:latin typeface="Arial" panose="020B0604020202020204" pitchFamily="34" charset="0"/>
                  <a:cs typeface="Arial" panose="020B0604020202020204" pitchFamily="34" charset="0"/>
                </a:endParaRPr>
              </a:p>
            </p:txBody>
          </p:sp>
        </p:grpSp>
        <p:pic>
          <p:nvPicPr>
            <p:cNvPr id="23" name="Picture 22" descr="A picture containing clipart&#10;&#10;Description automatically generated">
              <a:extLst>
                <a:ext uri="{FF2B5EF4-FFF2-40B4-BE49-F238E27FC236}">
                  <a16:creationId xmlns:a16="http://schemas.microsoft.com/office/drawing/2014/main" id="{91E77B71-687A-436A-B241-8156AA190B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Tree>
    <p:extLst>
      <p:ext uri="{BB962C8B-B14F-4D97-AF65-F5344CB8AC3E}">
        <p14:creationId xmlns:p14="http://schemas.microsoft.com/office/powerpoint/2010/main" val="2204886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08AE98BB-E2F6-411C-BE12-3E36C66846A1}"/>
              </a:ext>
            </a:extLst>
          </p:cNvPr>
          <p:cNvSpPr>
            <a:spLocks noGrp="1"/>
          </p:cNvSpPr>
          <p:nvPr>
            <p:ph type="title"/>
          </p:nvPr>
        </p:nvSpPr>
        <p:spPr>
          <a:xfrm>
            <a:off x="554501" y="112411"/>
            <a:ext cx="10515600" cy="315912"/>
          </a:xfrm>
        </p:spPr>
        <p:txBody>
          <a:bodyPr vert="horz" lIns="91440" tIns="45720" rIns="91440" bIns="45720" rtlCol="0" anchor="ctr">
            <a:noAutofit/>
          </a:bodyPr>
          <a:lstStyle/>
          <a:p>
            <a:pPr algn="ctr"/>
            <a:r>
              <a:rPr lang="en-US" sz="3200"/>
              <a:t>TRANSFER</a:t>
            </a:r>
            <a:endParaRPr lang="es-GT" sz="3200"/>
          </a:p>
        </p:txBody>
      </p:sp>
      <p:sp>
        <p:nvSpPr>
          <p:cNvPr id="29" name="Rectángulo 5">
            <a:extLst>
              <a:ext uri="{FF2B5EF4-FFF2-40B4-BE49-F238E27FC236}">
                <a16:creationId xmlns:a16="http://schemas.microsoft.com/office/drawing/2014/main" id="{99218817-A975-4276-827A-EC9212444AA2}"/>
              </a:ext>
            </a:extLst>
          </p:cNvPr>
          <p:cNvSpPr/>
          <p:nvPr/>
        </p:nvSpPr>
        <p:spPr>
          <a:xfrm>
            <a:off x="10368820" y="6233024"/>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Release</a:t>
            </a:r>
            <a:endParaRPr lang="es-GT">
              <a:solidFill>
                <a:schemeClr val="tx1"/>
              </a:solidFill>
              <a:latin typeface="Arial" panose="020B0604020202020204" pitchFamily="34" charset="0"/>
              <a:cs typeface="Arial" panose="020B0604020202020204" pitchFamily="34" charset="0"/>
            </a:endParaRPr>
          </a:p>
        </p:txBody>
      </p:sp>
      <p:sp>
        <p:nvSpPr>
          <p:cNvPr id="30" name="Rectángulo 5">
            <a:extLst>
              <a:ext uri="{FF2B5EF4-FFF2-40B4-BE49-F238E27FC236}">
                <a16:creationId xmlns:a16="http://schemas.microsoft.com/office/drawing/2014/main" id="{5B39E4CC-AD5B-460D-9EA1-203452DB95E2}"/>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Back</a:t>
            </a:r>
          </a:p>
        </p:txBody>
      </p:sp>
      <p:sp>
        <p:nvSpPr>
          <p:cNvPr id="15" name="Subtitle 2">
            <a:extLst>
              <a:ext uri="{FF2B5EF4-FFF2-40B4-BE49-F238E27FC236}">
                <a16:creationId xmlns:a16="http://schemas.microsoft.com/office/drawing/2014/main" id="{80AA19C6-79CE-4BEB-98A8-AA61456596EE}"/>
              </a:ext>
            </a:extLst>
          </p:cNvPr>
          <p:cNvSpPr txBox="1">
            <a:spLocks/>
          </p:cNvSpPr>
          <p:nvPr/>
        </p:nvSpPr>
        <p:spPr bwMode="auto">
          <a:xfrm>
            <a:off x="1943100" y="2026749"/>
            <a:ext cx="7010400" cy="967160"/>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1800">
                <a:latin typeface="Arial" panose="020B0604020202020204" pitchFamily="34" charset="0"/>
                <a:cs typeface="Arial" panose="020B0604020202020204" pitchFamily="34" charset="0"/>
              </a:rPr>
              <a:t>Thank you for your time today.  Please call us at [CID by state] with any questions about this call or other [Utility] services available in your area.</a:t>
            </a:r>
          </a:p>
          <a:p>
            <a:pPr eaLnBrk="1" hangingPunct="1">
              <a:buFont typeface="Arial" panose="020B0604020202020204" pitchFamily="34" charset="0"/>
              <a:buNone/>
            </a:pPr>
            <a:endParaRPr lang="en-US" altLang="en-US" sz="12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12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120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1200">
              <a:latin typeface="Times New Roman" panose="02020603050405020304" pitchFamily="18" charset="0"/>
              <a:cs typeface="Times New Roman" panose="02020603050405020304" pitchFamily="18" charset="0"/>
            </a:endParaRPr>
          </a:p>
        </p:txBody>
      </p:sp>
      <p:sp>
        <p:nvSpPr>
          <p:cNvPr id="16" name="Rectángulo 5">
            <a:extLst>
              <a:ext uri="{FF2B5EF4-FFF2-40B4-BE49-F238E27FC236}">
                <a16:creationId xmlns:a16="http://schemas.microsoft.com/office/drawing/2014/main" id="{7823CB49-C38E-495C-949E-835C71CA6D16}"/>
              </a:ext>
            </a:extLst>
          </p:cNvPr>
          <p:cNvSpPr/>
          <p:nvPr/>
        </p:nvSpPr>
        <p:spPr>
          <a:xfrm>
            <a:off x="1943101" y="3679605"/>
            <a:ext cx="7010400" cy="43519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Transfer </a:t>
            </a:r>
            <a:r>
              <a:rPr lang="es-GT" err="1">
                <a:solidFill>
                  <a:schemeClr val="tx1"/>
                </a:solidFill>
                <a:latin typeface="Arial" panose="020B0604020202020204" pitchFamily="34" charset="0"/>
                <a:cs typeface="Arial" panose="020B0604020202020204" pitchFamily="34" charset="0"/>
              </a:rPr>
              <a:t>to</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customer</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Care</a:t>
            </a:r>
            <a:r>
              <a:rPr lang="es-GT">
                <a:solidFill>
                  <a:schemeClr val="tx1"/>
                </a:solidFill>
                <a:latin typeface="Arial" panose="020B0604020202020204" pitchFamily="34" charset="0"/>
                <a:cs typeface="Arial" panose="020B0604020202020204" pitchFamily="34" charset="0"/>
              </a:rPr>
              <a:t> High </a:t>
            </a:r>
            <a:r>
              <a:rPr lang="es-GT" err="1">
                <a:solidFill>
                  <a:schemeClr val="tx1"/>
                </a:solidFill>
                <a:latin typeface="Arial" panose="020B0604020202020204" pitchFamily="34" charset="0"/>
                <a:cs typeface="Arial" panose="020B0604020202020204" pitchFamily="34" charset="0"/>
              </a:rPr>
              <a:t>Priority</a:t>
            </a:r>
            <a:r>
              <a:rPr lang="es-GT">
                <a:solidFill>
                  <a:schemeClr val="tx1"/>
                </a:solidFill>
                <a:latin typeface="Arial" panose="020B0604020202020204" pitchFamily="34" charset="0"/>
                <a:cs typeface="Arial" panose="020B0604020202020204" pitchFamily="34" charset="0"/>
              </a:rPr>
              <a:t> WG</a:t>
            </a:r>
          </a:p>
        </p:txBody>
      </p:sp>
      <p:sp>
        <p:nvSpPr>
          <p:cNvPr id="17" name="Rectángulo 5">
            <a:extLst>
              <a:ext uri="{FF2B5EF4-FFF2-40B4-BE49-F238E27FC236}">
                <a16:creationId xmlns:a16="http://schemas.microsoft.com/office/drawing/2014/main" id="{AD70CBF6-65CB-4D7E-980E-F8FFF4FDC0AF}"/>
              </a:ext>
            </a:extLst>
          </p:cNvPr>
          <p:cNvSpPr/>
          <p:nvPr/>
        </p:nvSpPr>
        <p:spPr>
          <a:xfrm>
            <a:off x="1955729" y="4229150"/>
            <a:ext cx="7010400" cy="43519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Transfer </a:t>
            </a:r>
            <a:r>
              <a:rPr lang="es-GT" err="1">
                <a:solidFill>
                  <a:schemeClr val="tx1"/>
                </a:solidFill>
                <a:latin typeface="Arial" panose="020B0604020202020204" pitchFamily="34" charset="0"/>
                <a:cs typeface="Arial" panose="020B0604020202020204" pitchFamily="34" charset="0"/>
              </a:rPr>
              <a:t>to</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customer</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Care</a:t>
            </a:r>
            <a:r>
              <a:rPr lang="es-GT">
                <a:solidFill>
                  <a:schemeClr val="tx1"/>
                </a:solidFill>
                <a:latin typeface="Arial" panose="020B0604020202020204" pitchFamily="34" charset="0"/>
                <a:cs typeface="Arial" panose="020B0604020202020204" pitchFamily="34" charset="0"/>
              </a:rPr>
              <a:t> CSR - </a:t>
            </a:r>
            <a:r>
              <a:rPr lang="es-GT" err="1">
                <a:solidFill>
                  <a:schemeClr val="tx1"/>
                </a:solidFill>
                <a:latin typeface="Arial" panose="020B0604020202020204" pitchFamily="34" charset="0"/>
                <a:cs typeface="Arial" panose="020B0604020202020204" pitchFamily="34" charset="0"/>
              </a:rPr>
              <a:t>Spanish</a:t>
            </a:r>
            <a:r>
              <a:rPr lang="es-GT">
                <a:solidFill>
                  <a:schemeClr val="tx1"/>
                </a:solidFill>
                <a:latin typeface="Arial" panose="020B0604020202020204" pitchFamily="34" charset="0"/>
                <a:cs typeface="Arial" panose="020B0604020202020204" pitchFamily="34" charset="0"/>
              </a:rPr>
              <a:t> WG</a:t>
            </a:r>
          </a:p>
        </p:txBody>
      </p:sp>
      <p:sp>
        <p:nvSpPr>
          <p:cNvPr id="18" name="Rectángulo 5">
            <a:extLst>
              <a:ext uri="{FF2B5EF4-FFF2-40B4-BE49-F238E27FC236}">
                <a16:creationId xmlns:a16="http://schemas.microsoft.com/office/drawing/2014/main" id="{D0E04241-0D7A-430D-B6CB-6A43F4B3A2CA}"/>
              </a:ext>
            </a:extLst>
          </p:cNvPr>
          <p:cNvSpPr/>
          <p:nvPr/>
        </p:nvSpPr>
        <p:spPr>
          <a:xfrm>
            <a:off x="1955729" y="4779818"/>
            <a:ext cx="7010400" cy="43519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Tranfer</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to</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Customer</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Care</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Commercial</a:t>
            </a:r>
            <a:r>
              <a:rPr lang="es-GT">
                <a:solidFill>
                  <a:schemeClr val="tx1"/>
                </a:solidFill>
                <a:latin typeface="Arial" panose="020B0604020202020204" pitchFamily="34" charset="0"/>
                <a:cs typeface="Arial" panose="020B0604020202020204" pitchFamily="34" charset="0"/>
              </a:rPr>
              <a:t> </a:t>
            </a:r>
            <a:r>
              <a:rPr lang="es-GT" err="1">
                <a:solidFill>
                  <a:schemeClr val="tx1"/>
                </a:solidFill>
                <a:latin typeface="Arial" panose="020B0604020202020204" pitchFamily="34" charset="0"/>
                <a:cs typeface="Arial" panose="020B0604020202020204" pitchFamily="34" charset="0"/>
              </a:rPr>
              <a:t>Care</a:t>
            </a:r>
            <a:r>
              <a:rPr lang="es-GT">
                <a:solidFill>
                  <a:schemeClr val="tx1"/>
                </a:solidFill>
                <a:latin typeface="Arial" panose="020B0604020202020204" pitchFamily="34" charset="0"/>
                <a:cs typeface="Arial" panose="020B0604020202020204" pitchFamily="34" charset="0"/>
              </a:rPr>
              <a:t> WG</a:t>
            </a:r>
          </a:p>
        </p:txBody>
      </p:sp>
      <p:sp>
        <p:nvSpPr>
          <p:cNvPr id="19" name="Rectángulo 5">
            <a:extLst>
              <a:ext uri="{FF2B5EF4-FFF2-40B4-BE49-F238E27FC236}">
                <a16:creationId xmlns:a16="http://schemas.microsoft.com/office/drawing/2014/main" id="{B102348F-9958-431E-BA87-53B25FDD5ECB}"/>
              </a:ext>
            </a:extLst>
          </p:cNvPr>
          <p:cNvSpPr/>
          <p:nvPr/>
        </p:nvSpPr>
        <p:spPr>
          <a:xfrm>
            <a:off x="1955729" y="5330486"/>
            <a:ext cx="7010400" cy="43519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rial" panose="020B0604020202020204" pitchFamily="34" charset="0"/>
                <a:cs typeface="Arial" panose="020B0604020202020204" pitchFamily="34" charset="0"/>
              </a:rPr>
              <a:t>Transfer to Office of the President</a:t>
            </a:r>
            <a:endParaRPr lang="es-GT">
              <a:solidFill>
                <a:schemeClr val="tx1"/>
              </a:solidFill>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446A2FA4-2E35-4869-A3FF-382719B1CCB5}"/>
              </a:ext>
            </a:extLst>
          </p:cNvPr>
          <p:cNvGrpSpPr/>
          <p:nvPr/>
        </p:nvGrpSpPr>
        <p:grpSpPr>
          <a:xfrm>
            <a:off x="1230924" y="576775"/>
            <a:ext cx="10044332" cy="1229931"/>
            <a:chOff x="1230924" y="576775"/>
            <a:chExt cx="10044332" cy="1229931"/>
          </a:xfrm>
        </p:grpSpPr>
        <p:grpSp>
          <p:nvGrpSpPr>
            <p:cNvPr id="22" name="Grupo 5">
              <a:extLst>
                <a:ext uri="{FF2B5EF4-FFF2-40B4-BE49-F238E27FC236}">
                  <a16:creationId xmlns:a16="http://schemas.microsoft.com/office/drawing/2014/main" id="{F9120F33-9D24-428D-A66D-577518B4CAAC}"/>
                </a:ext>
              </a:extLst>
            </p:cNvPr>
            <p:cNvGrpSpPr/>
            <p:nvPr/>
          </p:nvGrpSpPr>
          <p:grpSpPr>
            <a:xfrm>
              <a:off x="1230924" y="576775"/>
              <a:ext cx="10044332" cy="1229931"/>
              <a:chOff x="1230924" y="576775"/>
              <a:chExt cx="10044332" cy="1229931"/>
            </a:xfrm>
          </p:grpSpPr>
          <p:sp>
            <p:nvSpPr>
              <p:cNvPr id="24" name="Rectángulo 1">
                <a:extLst>
                  <a:ext uri="{FF2B5EF4-FFF2-40B4-BE49-F238E27FC236}">
                    <a16:creationId xmlns:a16="http://schemas.microsoft.com/office/drawing/2014/main" id="{4410A1AF-1F3A-4DFA-B8F8-B192A0B75696}"/>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ln>
                    <a:solidFill>
                      <a:schemeClr val="bg1"/>
                    </a:solidFill>
                  </a:ln>
                </a:endParaRPr>
              </a:p>
            </p:txBody>
          </p:sp>
          <p:sp>
            <p:nvSpPr>
              <p:cNvPr id="25" name="CuadroTexto 3">
                <a:extLst>
                  <a:ext uri="{FF2B5EF4-FFF2-40B4-BE49-F238E27FC236}">
                    <a16:creationId xmlns:a16="http://schemas.microsoft.com/office/drawing/2014/main" id="{98239514-0EFD-4A51-88CC-13C447194E40}"/>
                  </a:ext>
                </a:extLst>
              </p:cNvPr>
              <p:cNvSpPr txBox="1"/>
              <p:nvPr/>
            </p:nvSpPr>
            <p:spPr>
              <a:xfrm>
                <a:off x="1441939" y="597240"/>
                <a:ext cx="2052375"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Customer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Name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Issue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Number</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Resi</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or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Comm</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State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a:t>
                </a:r>
              </a:p>
              <a:p>
                <a:r>
                  <a:rPr lang="es-GT" sz="1200">
                    <a:solidFill>
                      <a:schemeClr val="bg1"/>
                    </a:solidFill>
                    <a:latin typeface="Arial" panose="020B0604020202020204" pitchFamily="34" charset="0"/>
                    <a:cs typeface="Arial" panose="020B0604020202020204" pitchFamily="34" charset="0"/>
                  </a:rPr>
                  <a:t>Brand:</a:t>
                </a:r>
              </a:p>
            </p:txBody>
          </p:sp>
          <p:sp>
            <p:nvSpPr>
              <p:cNvPr id="26" name="CuadroTexto 4">
                <a:extLst>
                  <a:ext uri="{FF2B5EF4-FFF2-40B4-BE49-F238E27FC236}">
                    <a16:creationId xmlns:a16="http://schemas.microsoft.com/office/drawing/2014/main" id="{602888E9-AEA9-406A-83B3-B2D978696223}"/>
                  </a:ext>
                </a:extLst>
              </p:cNvPr>
              <p:cNvSpPr txBox="1"/>
              <p:nvPr/>
            </p:nvSpPr>
            <p:spPr>
              <a:xfrm>
                <a:off x="5260399" y="606377"/>
                <a:ext cx="4302280"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Reason:	</a:t>
                </a:r>
                <a:r>
                  <a:rPr lang="es-GT" sz="1200" err="1">
                    <a:solidFill>
                      <a:schemeClr val="bg1"/>
                    </a:solidFill>
                    <a:latin typeface="Arial" panose="020B0604020202020204" pitchFamily="34" charset="0"/>
                    <a:cs typeface="Arial" panose="020B0604020202020204" pitchFamily="34" charset="0"/>
                  </a:rPr>
                  <a:t>Monthly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Acct</a:t>
                </a:r>
                <a:r>
                  <a:rPr lang="es-GT" sz="1200">
                    <a:solidFill>
                      <a:schemeClr val="bg1"/>
                    </a:solidFill>
                    <a:latin typeface="Arial" panose="020B0604020202020204" pitchFamily="34" charset="0"/>
                    <a:cs typeface="Arial" panose="020B0604020202020204" pitchFamily="34" charset="0"/>
                  </a:rPr>
                  <a:t> No.:	Total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Earned</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Date:		</a:t>
                </a:r>
              </a:p>
              <a:p>
                <a:r>
                  <a:rPr lang="es-GT" sz="1200" err="1">
                    <a:solidFill>
                      <a:schemeClr val="bg1"/>
                    </a:solidFill>
                    <a:latin typeface="Arial" panose="020B0604020202020204" pitchFamily="34" charset="0"/>
                    <a:cs typeface="Arial" panose="020B0604020202020204" pitchFamily="34" charset="0"/>
                  </a:rPr>
                  <a:t>Campaign</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Row</a:t>
                </a:r>
                <a:r>
                  <a:rPr lang="es-GT" sz="1200">
                    <a:solidFill>
                      <a:schemeClr val="bg1"/>
                    </a:solidFill>
                    <a:latin typeface="Arial" panose="020B0604020202020204" pitchFamily="34" charset="0"/>
                    <a:cs typeface="Arial" panose="020B0604020202020204" pitchFamily="34" charset="0"/>
                  </a:rPr>
                  <a:t> ID:</a:t>
                </a:r>
              </a:p>
              <a:p>
                <a:r>
                  <a:rPr lang="es-GT" sz="1200" err="1">
                    <a:solidFill>
                      <a:schemeClr val="bg1"/>
                    </a:solidFill>
                    <a:latin typeface="Arial" panose="020B0604020202020204" pitchFamily="34" charset="0"/>
                    <a:cs typeface="Arial" panose="020B0604020202020204" pitchFamily="34" charset="0"/>
                  </a:rPr>
                  <a:t>Commodity</a:t>
                </a:r>
                <a:r>
                  <a:rPr lang="es-GT" sz="1200">
                    <a:solidFill>
                      <a:schemeClr val="bg1"/>
                    </a:solidFill>
                    <a:latin typeface="Arial" panose="020B0604020202020204" pitchFamily="34" charset="0"/>
                    <a:cs typeface="Arial" panose="020B0604020202020204" pitchFamily="34" charset="0"/>
                  </a:rPr>
                  <a:t>:</a:t>
                </a:r>
              </a:p>
            </p:txBody>
          </p:sp>
          <p:sp>
            <p:nvSpPr>
              <p:cNvPr id="27" name="CuadroTexto 12">
                <a:extLst>
                  <a:ext uri="{FF2B5EF4-FFF2-40B4-BE49-F238E27FC236}">
                    <a16:creationId xmlns:a16="http://schemas.microsoft.com/office/drawing/2014/main" id="{D0E0A48E-9682-4317-B551-F05818C9EEB6}"/>
                  </a:ext>
                </a:extLst>
              </p:cNvPr>
              <p:cNvSpPr txBox="1"/>
              <p:nvPr/>
            </p:nvSpPr>
            <p:spPr>
              <a:xfrm>
                <a:off x="9808343" y="1423846"/>
                <a:ext cx="1359877" cy="369332"/>
              </a:xfrm>
              <a:prstGeom prst="rect">
                <a:avLst/>
              </a:prstGeom>
              <a:noFill/>
            </p:spPr>
            <p:txBody>
              <a:bodyPr wrap="square" rtlCol="0">
                <a:spAutoFit/>
              </a:bodyPr>
              <a:lstStyle/>
              <a:p>
                <a:pPr algn="ctr"/>
                <a:r>
                  <a:rPr lang="es-GT" i="1">
                    <a:solidFill>
                      <a:schemeClr val="bg1"/>
                    </a:solidFill>
                    <a:latin typeface="Arial" panose="020B0604020202020204" pitchFamily="34" charset="0"/>
                    <a:cs typeface="Arial" panose="020B0604020202020204" pitchFamily="34" charset="0"/>
                  </a:rPr>
                  <a:t>Lead </a:t>
                </a:r>
                <a:r>
                  <a:rPr lang="es-GT" i="1" err="1">
                    <a:solidFill>
                      <a:schemeClr val="bg1"/>
                    </a:solidFill>
                    <a:latin typeface="Arial" panose="020B0604020202020204" pitchFamily="34" charset="0"/>
                    <a:cs typeface="Arial" panose="020B0604020202020204" pitchFamily="34" charset="0"/>
                  </a:rPr>
                  <a:t>Type</a:t>
                </a:r>
                <a:endParaRPr lang="es-GT" i="1">
                  <a:solidFill>
                    <a:schemeClr val="bg1"/>
                  </a:solidFill>
                  <a:latin typeface="Arial" panose="020B0604020202020204" pitchFamily="34" charset="0"/>
                  <a:cs typeface="Arial" panose="020B0604020202020204" pitchFamily="34" charset="0"/>
                </a:endParaRPr>
              </a:p>
            </p:txBody>
          </p:sp>
        </p:grpSp>
        <p:pic>
          <p:nvPicPr>
            <p:cNvPr id="23" name="Picture 22" descr="A picture containing clipart&#10;&#10;Description automatically generated">
              <a:extLst>
                <a:ext uri="{FF2B5EF4-FFF2-40B4-BE49-F238E27FC236}">
                  <a16:creationId xmlns:a16="http://schemas.microsoft.com/office/drawing/2014/main" id="{EDB3C170-5C61-483B-A770-5CF4179B3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
        <p:nvSpPr>
          <p:cNvPr id="2" name="Oval 1">
            <a:extLst>
              <a:ext uri="{FF2B5EF4-FFF2-40B4-BE49-F238E27FC236}">
                <a16:creationId xmlns:a16="http://schemas.microsoft.com/office/drawing/2014/main" id="{B9B0877D-898F-4A57-8556-7EAE99B04443}"/>
              </a:ext>
            </a:extLst>
          </p:cNvPr>
          <p:cNvSpPr/>
          <p:nvPr/>
        </p:nvSpPr>
        <p:spPr>
          <a:xfrm>
            <a:off x="3622431" y="3178395"/>
            <a:ext cx="193431" cy="2506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GT"/>
          </a:p>
        </p:txBody>
      </p:sp>
      <p:sp>
        <p:nvSpPr>
          <p:cNvPr id="3" name="Rectangle 2">
            <a:extLst>
              <a:ext uri="{FF2B5EF4-FFF2-40B4-BE49-F238E27FC236}">
                <a16:creationId xmlns:a16="http://schemas.microsoft.com/office/drawing/2014/main" id="{0DC5F951-E578-4EFF-858D-32ADCCB17B76}"/>
              </a:ext>
            </a:extLst>
          </p:cNvPr>
          <p:cNvSpPr/>
          <p:nvPr/>
        </p:nvSpPr>
        <p:spPr>
          <a:xfrm>
            <a:off x="3995475" y="3262197"/>
            <a:ext cx="1930540" cy="16680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t>Warm transfer</a:t>
            </a:r>
            <a:endParaRPr lang="es-GT"/>
          </a:p>
        </p:txBody>
      </p:sp>
      <p:sp>
        <p:nvSpPr>
          <p:cNvPr id="32" name="Oval 31">
            <a:extLst>
              <a:ext uri="{FF2B5EF4-FFF2-40B4-BE49-F238E27FC236}">
                <a16:creationId xmlns:a16="http://schemas.microsoft.com/office/drawing/2014/main" id="{E524AE43-EBF0-43E6-9823-0E3AB48C2A81}"/>
              </a:ext>
            </a:extLst>
          </p:cNvPr>
          <p:cNvSpPr/>
          <p:nvPr/>
        </p:nvSpPr>
        <p:spPr>
          <a:xfrm>
            <a:off x="6344281" y="3172632"/>
            <a:ext cx="193431" cy="2506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GT"/>
          </a:p>
        </p:txBody>
      </p:sp>
      <p:sp>
        <p:nvSpPr>
          <p:cNvPr id="33" name="Rectangle 32">
            <a:extLst>
              <a:ext uri="{FF2B5EF4-FFF2-40B4-BE49-F238E27FC236}">
                <a16:creationId xmlns:a16="http://schemas.microsoft.com/office/drawing/2014/main" id="{482AF86F-0D23-4C81-A869-721AD23440B4}"/>
              </a:ext>
            </a:extLst>
          </p:cNvPr>
          <p:cNvSpPr/>
          <p:nvPr/>
        </p:nvSpPr>
        <p:spPr>
          <a:xfrm>
            <a:off x="6717325" y="3256434"/>
            <a:ext cx="1930540" cy="16680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t>Cold transfer</a:t>
            </a:r>
            <a:endParaRPr lang="es-GT"/>
          </a:p>
        </p:txBody>
      </p:sp>
    </p:spTree>
    <p:extLst>
      <p:ext uri="{BB962C8B-B14F-4D97-AF65-F5344CB8AC3E}">
        <p14:creationId xmlns:p14="http://schemas.microsoft.com/office/powerpoint/2010/main" val="3562809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08AE98BB-E2F6-411C-BE12-3E36C66846A1}"/>
              </a:ext>
            </a:extLst>
          </p:cNvPr>
          <p:cNvSpPr>
            <a:spLocks noGrp="1"/>
          </p:cNvSpPr>
          <p:nvPr>
            <p:ph type="title"/>
          </p:nvPr>
        </p:nvSpPr>
        <p:spPr>
          <a:xfrm>
            <a:off x="554501" y="112411"/>
            <a:ext cx="10515600" cy="315912"/>
          </a:xfrm>
        </p:spPr>
        <p:txBody>
          <a:bodyPr vert="horz" lIns="91440" tIns="45720" rIns="91440" bIns="45720" rtlCol="0" anchor="ctr">
            <a:noAutofit/>
          </a:bodyPr>
          <a:lstStyle/>
          <a:p>
            <a:pPr algn="ctr"/>
            <a:r>
              <a:rPr lang="en-US" sz="3200"/>
              <a:t>Answering Machine</a:t>
            </a:r>
            <a:endParaRPr lang="es-GT" sz="3200"/>
          </a:p>
        </p:txBody>
      </p:sp>
      <p:sp>
        <p:nvSpPr>
          <p:cNvPr id="29" name="Rectángulo 5">
            <a:extLst>
              <a:ext uri="{FF2B5EF4-FFF2-40B4-BE49-F238E27FC236}">
                <a16:creationId xmlns:a16="http://schemas.microsoft.com/office/drawing/2014/main" id="{99218817-A975-4276-827A-EC9212444AA2}"/>
              </a:ext>
            </a:extLst>
          </p:cNvPr>
          <p:cNvSpPr/>
          <p:nvPr/>
        </p:nvSpPr>
        <p:spPr>
          <a:xfrm>
            <a:off x="10368820" y="6233024"/>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Release</a:t>
            </a:r>
            <a:endParaRPr lang="es-GT">
              <a:solidFill>
                <a:schemeClr val="tx1"/>
              </a:solidFill>
              <a:latin typeface="Arial" panose="020B0604020202020204" pitchFamily="34" charset="0"/>
              <a:cs typeface="Arial" panose="020B0604020202020204" pitchFamily="34" charset="0"/>
            </a:endParaRPr>
          </a:p>
        </p:txBody>
      </p:sp>
      <p:sp>
        <p:nvSpPr>
          <p:cNvPr id="30" name="Rectángulo 5">
            <a:extLst>
              <a:ext uri="{FF2B5EF4-FFF2-40B4-BE49-F238E27FC236}">
                <a16:creationId xmlns:a16="http://schemas.microsoft.com/office/drawing/2014/main" id="{5B39E4CC-AD5B-460D-9EA1-203452DB95E2}"/>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Back</a:t>
            </a:r>
          </a:p>
        </p:txBody>
      </p:sp>
      <p:sp>
        <p:nvSpPr>
          <p:cNvPr id="15" name="Subtitle 2">
            <a:extLst>
              <a:ext uri="{FF2B5EF4-FFF2-40B4-BE49-F238E27FC236}">
                <a16:creationId xmlns:a16="http://schemas.microsoft.com/office/drawing/2014/main" id="{80AA19C6-79CE-4BEB-98A8-AA61456596EE}"/>
              </a:ext>
            </a:extLst>
          </p:cNvPr>
          <p:cNvSpPr txBox="1">
            <a:spLocks/>
          </p:cNvSpPr>
          <p:nvPr/>
        </p:nvSpPr>
        <p:spPr bwMode="auto">
          <a:xfrm>
            <a:off x="351935" y="2026749"/>
            <a:ext cx="10923321" cy="204380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0" eaLnBrk="1" hangingPunct="1">
              <a:spcBef>
                <a:spcPts val="0"/>
              </a:spcBef>
              <a:buNone/>
              <a:defRPr/>
            </a:pPr>
            <a:r>
              <a:rPr lang="es-GT" sz="1800">
                <a:solidFill>
                  <a:schemeClr val="accent2"/>
                </a:solidFill>
              </a:rPr>
              <a:t>General </a:t>
            </a:r>
            <a:r>
              <a:rPr lang="es-GT" sz="1800" err="1">
                <a:solidFill>
                  <a:schemeClr val="accent2"/>
                </a:solidFill>
              </a:rPr>
              <a:t>Acquisition</a:t>
            </a:r>
            <a:r>
              <a:rPr lang="es-GT" sz="1800">
                <a:solidFill>
                  <a:schemeClr val="accent2"/>
                </a:solidFill>
              </a:rPr>
              <a:t> </a:t>
            </a:r>
            <a:r>
              <a:rPr lang="es-GT" sz="1800" err="1">
                <a:solidFill>
                  <a:schemeClr val="accent2"/>
                </a:solidFill>
              </a:rPr>
              <a:t>Voicemail</a:t>
            </a:r>
            <a:r>
              <a:rPr lang="es-GT" sz="1800">
                <a:solidFill>
                  <a:schemeClr val="accent2"/>
                </a:solidFill>
              </a:rPr>
              <a:t> Script</a:t>
            </a:r>
          </a:p>
          <a:p>
            <a:pPr>
              <a:buNone/>
            </a:pPr>
            <a:r>
              <a:rPr lang="en-US" sz="1800"/>
              <a:t>“</a:t>
            </a:r>
            <a:r>
              <a:rPr lang="en-US" sz="1800">
                <a:solidFill>
                  <a:srgbClr val="00B0F0"/>
                </a:solidFill>
              </a:rPr>
              <a:t>Good morning/afternoon, this is [Agent name], calling with from </a:t>
            </a:r>
            <a:r>
              <a:rPr lang="en-US" sz="1800">
                <a:solidFill>
                  <a:srgbClr val="00B0F0"/>
                </a:solidFill>
                <a:latin typeface="Arial" panose="020B0604020202020204" pitchFamily="34" charset="0"/>
                <a:cs typeface="Arial" panose="020B0604020202020204" pitchFamily="34" charset="0"/>
              </a:rPr>
              <a:t>Cincinnati Bell Energy</a:t>
            </a:r>
            <a:r>
              <a:rPr lang="en-US" sz="1800">
                <a:solidFill>
                  <a:srgbClr val="00B0F0"/>
                </a:solidFill>
              </a:rPr>
              <a:t> . I’m calling because </a:t>
            </a:r>
            <a:r>
              <a:rPr lang="en-US" sz="1800">
                <a:solidFill>
                  <a:srgbClr val="00B0F0"/>
                </a:solidFill>
                <a:latin typeface="Arial" panose="020B0604020202020204" pitchFamily="34" charset="0"/>
                <a:cs typeface="Arial" panose="020B0604020202020204" pitchFamily="34" charset="0"/>
              </a:rPr>
              <a:t>you recently signed up for Cincinnati Bell services and I wanted to make you aware of our exclusive offer for your gas and electricity services for your </a:t>
            </a:r>
            <a:r>
              <a:rPr lang="en-US" sz="1800">
                <a:solidFill>
                  <a:srgbClr val="00B0F0"/>
                </a:solidFill>
              </a:rPr>
              <a:t>[Utility] [State Service] account.</a:t>
            </a:r>
            <a:r>
              <a:rPr lang="en-US" sz="1800"/>
              <a:t> </a:t>
            </a:r>
            <a:r>
              <a:rPr lang="en-US" sz="1800">
                <a:solidFill>
                  <a:srgbClr val="00B0F0"/>
                </a:solidFill>
              </a:rPr>
              <a:t>Thank you, and I look forward to assisting you.</a:t>
            </a:r>
            <a:r>
              <a:rPr lang="en-US" sz="1800"/>
              <a:t>”</a:t>
            </a:r>
            <a:endParaRPr lang="en-US" sz="1800">
              <a:solidFill>
                <a:srgbClr val="00B0F0"/>
              </a:solidFill>
            </a:endParaRPr>
          </a:p>
        </p:txBody>
      </p:sp>
      <p:grpSp>
        <p:nvGrpSpPr>
          <p:cNvPr id="21" name="Group 20">
            <a:extLst>
              <a:ext uri="{FF2B5EF4-FFF2-40B4-BE49-F238E27FC236}">
                <a16:creationId xmlns:a16="http://schemas.microsoft.com/office/drawing/2014/main" id="{7E3D26A1-D04D-46CE-A89B-C1C0C9272211}"/>
              </a:ext>
            </a:extLst>
          </p:cNvPr>
          <p:cNvGrpSpPr/>
          <p:nvPr/>
        </p:nvGrpSpPr>
        <p:grpSpPr>
          <a:xfrm>
            <a:off x="1230924" y="576775"/>
            <a:ext cx="10044332" cy="1229931"/>
            <a:chOff x="1230924" y="576775"/>
            <a:chExt cx="10044332" cy="1229931"/>
          </a:xfrm>
        </p:grpSpPr>
        <p:grpSp>
          <p:nvGrpSpPr>
            <p:cNvPr id="22" name="Grupo 5">
              <a:extLst>
                <a:ext uri="{FF2B5EF4-FFF2-40B4-BE49-F238E27FC236}">
                  <a16:creationId xmlns:a16="http://schemas.microsoft.com/office/drawing/2014/main" id="{F103CB4F-688C-450D-856E-8CA34B743980}"/>
                </a:ext>
              </a:extLst>
            </p:cNvPr>
            <p:cNvGrpSpPr/>
            <p:nvPr/>
          </p:nvGrpSpPr>
          <p:grpSpPr>
            <a:xfrm>
              <a:off x="1230924" y="576775"/>
              <a:ext cx="10044332" cy="1229931"/>
              <a:chOff x="1230924" y="576775"/>
              <a:chExt cx="10044332" cy="1229931"/>
            </a:xfrm>
          </p:grpSpPr>
          <p:sp>
            <p:nvSpPr>
              <p:cNvPr id="24" name="Rectángulo 1">
                <a:extLst>
                  <a:ext uri="{FF2B5EF4-FFF2-40B4-BE49-F238E27FC236}">
                    <a16:creationId xmlns:a16="http://schemas.microsoft.com/office/drawing/2014/main" id="{86741C20-B6BD-4AAD-916F-DC135BB424AB}"/>
                  </a:ext>
                </a:extLst>
              </p:cNvPr>
              <p:cNvSpPr/>
              <p:nvPr/>
            </p:nvSpPr>
            <p:spPr>
              <a:xfrm>
                <a:off x="1230924" y="576775"/>
                <a:ext cx="10044332" cy="1181686"/>
              </a:xfrm>
              <a:prstGeom prst="rect">
                <a:avLst/>
              </a:prstGeom>
              <a:solidFill>
                <a:srgbClr val="0C8A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ln>
                    <a:solidFill>
                      <a:schemeClr val="bg1"/>
                    </a:solidFill>
                  </a:ln>
                </a:endParaRPr>
              </a:p>
            </p:txBody>
          </p:sp>
          <p:sp>
            <p:nvSpPr>
              <p:cNvPr id="25" name="CuadroTexto 3">
                <a:extLst>
                  <a:ext uri="{FF2B5EF4-FFF2-40B4-BE49-F238E27FC236}">
                    <a16:creationId xmlns:a16="http://schemas.microsoft.com/office/drawing/2014/main" id="{FD249B0D-6362-46C5-A5AC-A3EE1C7A8439}"/>
                  </a:ext>
                </a:extLst>
              </p:cNvPr>
              <p:cNvSpPr txBox="1"/>
              <p:nvPr/>
            </p:nvSpPr>
            <p:spPr>
              <a:xfrm>
                <a:off x="1441939" y="597240"/>
                <a:ext cx="2052375"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Customer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Name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Issue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Number</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Resi</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or</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Comm</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State</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a:t>
                </a:r>
              </a:p>
              <a:p>
                <a:r>
                  <a:rPr lang="es-GT" sz="1200">
                    <a:solidFill>
                      <a:schemeClr val="bg1"/>
                    </a:solidFill>
                    <a:latin typeface="Arial" panose="020B0604020202020204" pitchFamily="34" charset="0"/>
                    <a:cs typeface="Arial" panose="020B0604020202020204" pitchFamily="34" charset="0"/>
                  </a:rPr>
                  <a:t>Brand:</a:t>
                </a:r>
              </a:p>
            </p:txBody>
          </p:sp>
          <p:sp>
            <p:nvSpPr>
              <p:cNvPr id="26" name="CuadroTexto 4">
                <a:extLst>
                  <a:ext uri="{FF2B5EF4-FFF2-40B4-BE49-F238E27FC236}">
                    <a16:creationId xmlns:a16="http://schemas.microsoft.com/office/drawing/2014/main" id="{A7B9C5EF-D788-4BA6-9D65-8C8303FC6394}"/>
                  </a:ext>
                </a:extLst>
              </p:cNvPr>
              <p:cNvSpPr txBox="1"/>
              <p:nvPr/>
            </p:nvSpPr>
            <p:spPr>
              <a:xfrm>
                <a:off x="5260399" y="606377"/>
                <a:ext cx="4302280" cy="1200329"/>
              </a:xfrm>
              <a:prstGeom prst="rect">
                <a:avLst/>
              </a:prstGeom>
              <a:noFill/>
            </p:spPr>
            <p:txBody>
              <a:bodyPr wrap="square" rtlCol="0">
                <a:spAutoFit/>
              </a:bodyPr>
              <a:lstStyle/>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Reason:	</a:t>
                </a:r>
                <a:r>
                  <a:rPr lang="es-GT" sz="1200" err="1">
                    <a:solidFill>
                      <a:schemeClr val="bg1"/>
                    </a:solidFill>
                    <a:latin typeface="Arial" panose="020B0604020202020204" pitchFamily="34" charset="0"/>
                    <a:cs typeface="Arial" panose="020B0604020202020204" pitchFamily="34" charset="0"/>
                  </a:rPr>
                  <a:t>Monthly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Utility</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Acct</a:t>
                </a:r>
                <a:r>
                  <a:rPr lang="es-GT" sz="1200">
                    <a:solidFill>
                      <a:schemeClr val="bg1"/>
                    </a:solidFill>
                    <a:latin typeface="Arial" panose="020B0604020202020204" pitchFamily="34" charset="0"/>
                    <a:cs typeface="Arial" panose="020B0604020202020204" pitchFamily="34" charset="0"/>
                  </a:rPr>
                  <a:t> No.:	Total </a:t>
                </a:r>
                <a:r>
                  <a:rPr lang="es-GT" sz="1200" err="1">
                    <a:solidFill>
                      <a:schemeClr val="bg1"/>
                    </a:solidFill>
                    <a:latin typeface="Arial" panose="020B0604020202020204" pitchFamily="34" charset="0"/>
                    <a:cs typeface="Arial" panose="020B0604020202020204" pitchFamily="34" charset="0"/>
                  </a:rPr>
                  <a:t>Reward</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Value</a:t>
                </a:r>
                <a:r>
                  <a:rPr lang="es-GT" sz="1200">
                    <a:solidFill>
                      <a:schemeClr val="bg1"/>
                    </a:solidFill>
                    <a:latin typeface="Arial" panose="020B0604020202020204" pitchFamily="34" charset="0"/>
                    <a:cs typeface="Arial" panose="020B0604020202020204" pitchFamily="34" charset="0"/>
                  </a:rPr>
                  <a:t> </a:t>
                </a:r>
                <a:r>
                  <a:rPr lang="es-GT" sz="1200" err="1">
                    <a:solidFill>
                      <a:schemeClr val="bg1"/>
                    </a:solidFill>
                    <a:latin typeface="Arial" panose="020B0604020202020204" pitchFamily="34" charset="0"/>
                    <a:cs typeface="Arial" panose="020B0604020202020204" pitchFamily="34" charset="0"/>
                  </a:rPr>
                  <a:t>Earned</a:t>
                </a:r>
                <a:r>
                  <a:rPr lang="es-GT" sz="1200">
                    <a:solidFill>
                      <a:schemeClr val="bg1"/>
                    </a:solidFill>
                    <a:latin typeface="Arial" panose="020B0604020202020204" pitchFamily="34" charset="0"/>
                    <a:cs typeface="Arial" panose="020B0604020202020204" pitchFamily="34" charset="0"/>
                  </a:rPr>
                  <a:t>: </a:t>
                </a:r>
              </a:p>
              <a:p>
                <a:r>
                  <a:rPr lang="es-GT" sz="1200" err="1">
                    <a:solidFill>
                      <a:schemeClr val="bg1"/>
                    </a:solidFill>
                    <a:latin typeface="Arial" panose="020B0604020202020204" pitchFamily="34" charset="0"/>
                    <a:cs typeface="Arial" panose="020B0604020202020204" pitchFamily="34" charset="0"/>
                  </a:rPr>
                  <a:t>Drop</a:t>
                </a:r>
                <a:r>
                  <a:rPr lang="es-GT" sz="1200">
                    <a:solidFill>
                      <a:schemeClr val="bg1"/>
                    </a:solidFill>
                    <a:latin typeface="Arial" panose="020B0604020202020204" pitchFamily="34" charset="0"/>
                    <a:cs typeface="Arial" panose="020B0604020202020204" pitchFamily="34" charset="0"/>
                  </a:rPr>
                  <a:t> Date:		</a:t>
                </a:r>
              </a:p>
              <a:p>
                <a:r>
                  <a:rPr lang="es-GT" sz="1200" err="1">
                    <a:solidFill>
                      <a:schemeClr val="bg1"/>
                    </a:solidFill>
                    <a:latin typeface="Arial" panose="020B0604020202020204" pitchFamily="34" charset="0"/>
                    <a:cs typeface="Arial" panose="020B0604020202020204" pitchFamily="34" charset="0"/>
                  </a:rPr>
                  <a:t>Campaign</a:t>
                </a:r>
                <a:r>
                  <a:rPr lang="es-GT" sz="1200">
                    <a:solidFill>
                      <a:schemeClr val="bg1"/>
                    </a:solidFill>
                    <a:latin typeface="Arial" panose="020B0604020202020204" pitchFamily="34" charset="0"/>
                    <a:cs typeface="Arial" panose="020B0604020202020204" pitchFamily="34" charset="0"/>
                  </a:rPr>
                  <a:t>:</a:t>
                </a:r>
              </a:p>
              <a:p>
                <a:r>
                  <a:rPr lang="es-GT" sz="1200" err="1">
                    <a:solidFill>
                      <a:schemeClr val="bg1"/>
                    </a:solidFill>
                    <a:latin typeface="Arial" panose="020B0604020202020204" pitchFamily="34" charset="0"/>
                    <a:cs typeface="Arial" panose="020B0604020202020204" pitchFamily="34" charset="0"/>
                  </a:rPr>
                  <a:t>Row</a:t>
                </a:r>
                <a:r>
                  <a:rPr lang="es-GT" sz="1200">
                    <a:solidFill>
                      <a:schemeClr val="bg1"/>
                    </a:solidFill>
                    <a:latin typeface="Arial" panose="020B0604020202020204" pitchFamily="34" charset="0"/>
                    <a:cs typeface="Arial" panose="020B0604020202020204" pitchFamily="34" charset="0"/>
                  </a:rPr>
                  <a:t> ID:</a:t>
                </a:r>
              </a:p>
              <a:p>
                <a:r>
                  <a:rPr lang="es-GT" sz="1200" err="1">
                    <a:solidFill>
                      <a:schemeClr val="bg1"/>
                    </a:solidFill>
                    <a:latin typeface="Arial" panose="020B0604020202020204" pitchFamily="34" charset="0"/>
                    <a:cs typeface="Arial" panose="020B0604020202020204" pitchFamily="34" charset="0"/>
                  </a:rPr>
                  <a:t>Commodity</a:t>
                </a:r>
                <a:r>
                  <a:rPr lang="es-GT" sz="1200">
                    <a:solidFill>
                      <a:schemeClr val="bg1"/>
                    </a:solidFill>
                    <a:latin typeface="Arial" panose="020B0604020202020204" pitchFamily="34" charset="0"/>
                    <a:cs typeface="Arial" panose="020B0604020202020204" pitchFamily="34" charset="0"/>
                  </a:rPr>
                  <a:t>:</a:t>
                </a:r>
              </a:p>
            </p:txBody>
          </p:sp>
          <p:sp>
            <p:nvSpPr>
              <p:cNvPr id="27" name="CuadroTexto 12">
                <a:extLst>
                  <a:ext uri="{FF2B5EF4-FFF2-40B4-BE49-F238E27FC236}">
                    <a16:creationId xmlns:a16="http://schemas.microsoft.com/office/drawing/2014/main" id="{BA3718F2-CCF3-434F-AD86-A44D0C05C81B}"/>
                  </a:ext>
                </a:extLst>
              </p:cNvPr>
              <p:cNvSpPr txBox="1"/>
              <p:nvPr/>
            </p:nvSpPr>
            <p:spPr>
              <a:xfrm>
                <a:off x="9808343" y="1423846"/>
                <a:ext cx="1359877" cy="369332"/>
              </a:xfrm>
              <a:prstGeom prst="rect">
                <a:avLst/>
              </a:prstGeom>
              <a:noFill/>
            </p:spPr>
            <p:txBody>
              <a:bodyPr wrap="square" rtlCol="0">
                <a:spAutoFit/>
              </a:bodyPr>
              <a:lstStyle/>
              <a:p>
                <a:pPr algn="ctr"/>
                <a:r>
                  <a:rPr lang="es-GT" i="1">
                    <a:solidFill>
                      <a:schemeClr val="bg1"/>
                    </a:solidFill>
                    <a:latin typeface="Arial" panose="020B0604020202020204" pitchFamily="34" charset="0"/>
                    <a:cs typeface="Arial" panose="020B0604020202020204" pitchFamily="34" charset="0"/>
                  </a:rPr>
                  <a:t>Lead </a:t>
                </a:r>
                <a:r>
                  <a:rPr lang="es-GT" i="1" err="1">
                    <a:solidFill>
                      <a:schemeClr val="bg1"/>
                    </a:solidFill>
                    <a:latin typeface="Arial" panose="020B0604020202020204" pitchFamily="34" charset="0"/>
                    <a:cs typeface="Arial" panose="020B0604020202020204" pitchFamily="34" charset="0"/>
                  </a:rPr>
                  <a:t>Type</a:t>
                </a:r>
                <a:endParaRPr lang="es-GT" i="1">
                  <a:solidFill>
                    <a:schemeClr val="bg1"/>
                  </a:solidFill>
                  <a:latin typeface="Arial" panose="020B0604020202020204" pitchFamily="34" charset="0"/>
                  <a:cs typeface="Arial" panose="020B0604020202020204" pitchFamily="34" charset="0"/>
                </a:endParaRPr>
              </a:p>
            </p:txBody>
          </p:sp>
        </p:grpSp>
        <p:pic>
          <p:nvPicPr>
            <p:cNvPr id="23" name="Picture 22" descr="A picture containing clipart&#10;&#10;Description automatically generated">
              <a:extLst>
                <a:ext uri="{FF2B5EF4-FFF2-40B4-BE49-F238E27FC236}">
                  <a16:creationId xmlns:a16="http://schemas.microsoft.com/office/drawing/2014/main" id="{EEE95039-78D1-465F-8965-83AF8C40E0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2679" y="581121"/>
              <a:ext cx="1712577" cy="897064"/>
            </a:xfrm>
            <a:prstGeom prst="rect">
              <a:avLst/>
            </a:prstGeom>
          </p:spPr>
        </p:pic>
      </p:grpSp>
    </p:spTree>
    <p:extLst>
      <p:ext uri="{BB962C8B-B14F-4D97-AF65-F5344CB8AC3E}">
        <p14:creationId xmlns:p14="http://schemas.microsoft.com/office/powerpoint/2010/main" val="1352478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08AE98BB-E2F6-411C-BE12-3E36C66846A1}"/>
              </a:ext>
            </a:extLst>
          </p:cNvPr>
          <p:cNvSpPr>
            <a:spLocks noGrp="1"/>
          </p:cNvSpPr>
          <p:nvPr>
            <p:ph type="title"/>
          </p:nvPr>
        </p:nvSpPr>
        <p:spPr>
          <a:xfrm>
            <a:off x="554501" y="112411"/>
            <a:ext cx="10515600" cy="315912"/>
          </a:xfrm>
        </p:spPr>
        <p:txBody>
          <a:bodyPr vert="horz" lIns="91440" tIns="45720" rIns="91440" bIns="45720" rtlCol="0" anchor="ctr">
            <a:noAutofit/>
          </a:bodyPr>
          <a:lstStyle/>
          <a:p>
            <a:pPr algn="ctr"/>
            <a:r>
              <a:rPr lang="en-US" sz="3200"/>
              <a:t>Comments</a:t>
            </a:r>
            <a:endParaRPr lang="es-GT" sz="3200"/>
          </a:p>
        </p:txBody>
      </p:sp>
      <p:sp>
        <p:nvSpPr>
          <p:cNvPr id="29" name="Rectángulo 5">
            <a:extLst>
              <a:ext uri="{FF2B5EF4-FFF2-40B4-BE49-F238E27FC236}">
                <a16:creationId xmlns:a16="http://schemas.microsoft.com/office/drawing/2014/main" id="{99218817-A975-4276-827A-EC9212444AA2}"/>
              </a:ext>
            </a:extLst>
          </p:cNvPr>
          <p:cNvSpPr/>
          <p:nvPr/>
        </p:nvSpPr>
        <p:spPr>
          <a:xfrm>
            <a:off x="10368820" y="6233024"/>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err="1">
                <a:solidFill>
                  <a:schemeClr val="tx1"/>
                </a:solidFill>
                <a:latin typeface="Arial" panose="020B0604020202020204" pitchFamily="34" charset="0"/>
                <a:cs typeface="Arial" panose="020B0604020202020204" pitchFamily="34" charset="0"/>
              </a:rPr>
              <a:t>Release</a:t>
            </a:r>
            <a:endParaRPr lang="es-GT">
              <a:solidFill>
                <a:schemeClr val="tx1"/>
              </a:solidFill>
              <a:latin typeface="Arial" panose="020B0604020202020204" pitchFamily="34" charset="0"/>
              <a:cs typeface="Arial" panose="020B0604020202020204" pitchFamily="34" charset="0"/>
            </a:endParaRPr>
          </a:p>
        </p:txBody>
      </p:sp>
      <p:sp>
        <p:nvSpPr>
          <p:cNvPr id="30" name="Rectángulo 5">
            <a:extLst>
              <a:ext uri="{FF2B5EF4-FFF2-40B4-BE49-F238E27FC236}">
                <a16:creationId xmlns:a16="http://schemas.microsoft.com/office/drawing/2014/main" id="{5B39E4CC-AD5B-460D-9EA1-203452DB95E2}"/>
              </a:ext>
            </a:extLst>
          </p:cNvPr>
          <p:cNvSpPr/>
          <p:nvPr/>
        </p:nvSpPr>
        <p:spPr>
          <a:xfrm>
            <a:off x="351935" y="6281225"/>
            <a:ext cx="1471245" cy="4818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GT">
                <a:solidFill>
                  <a:schemeClr val="tx1"/>
                </a:solidFill>
                <a:latin typeface="Arial" panose="020B0604020202020204" pitchFamily="34" charset="0"/>
                <a:cs typeface="Arial" panose="020B0604020202020204" pitchFamily="34" charset="0"/>
              </a:rPr>
              <a:t>Back</a:t>
            </a:r>
          </a:p>
        </p:txBody>
      </p:sp>
      <p:sp>
        <p:nvSpPr>
          <p:cNvPr id="15" name="Subtitle 2">
            <a:extLst>
              <a:ext uri="{FF2B5EF4-FFF2-40B4-BE49-F238E27FC236}">
                <a16:creationId xmlns:a16="http://schemas.microsoft.com/office/drawing/2014/main" id="{80AA19C6-79CE-4BEB-98A8-AA61456596EE}"/>
              </a:ext>
            </a:extLst>
          </p:cNvPr>
          <p:cNvSpPr txBox="1">
            <a:spLocks/>
          </p:cNvSpPr>
          <p:nvPr/>
        </p:nvSpPr>
        <p:spPr bwMode="auto">
          <a:xfrm>
            <a:off x="351935" y="2026749"/>
            <a:ext cx="10923321" cy="204380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0" eaLnBrk="1" hangingPunct="1">
              <a:spcBef>
                <a:spcPts val="0"/>
              </a:spcBef>
              <a:buNone/>
              <a:defRPr/>
            </a:pPr>
            <a:r>
              <a:rPr lang="en-US" sz="1800"/>
              <a:t>03-06-2020 the consult numbers in the transfer slide have been updated as Ernesto request.</a:t>
            </a:r>
          </a:p>
          <a:p>
            <a:pPr lvl="0" eaLnBrk="1" hangingPunct="1">
              <a:spcBef>
                <a:spcPts val="0"/>
              </a:spcBef>
              <a:buNone/>
              <a:defRPr/>
            </a:pPr>
            <a:r>
              <a:rPr lang="en-US" sz="1800"/>
              <a:t>03-10-2020 Ernesto asked to create a new button in the transfer slide.</a:t>
            </a:r>
          </a:p>
        </p:txBody>
      </p:sp>
    </p:spTree>
    <p:extLst>
      <p:ext uri="{BB962C8B-B14F-4D97-AF65-F5344CB8AC3E}">
        <p14:creationId xmlns:p14="http://schemas.microsoft.com/office/powerpoint/2010/main" val="1826396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BE273A80E331144852F1250E10D8BEB" ma:contentTypeVersion="12" ma:contentTypeDescription="Create a new document." ma:contentTypeScope="" ma:versionID="5c7acb0cfde348726f26b0734e166c14">
  <xsd:schema xmlns:xsd="http://www.w3.org/2001/XMLSchema" xmlns:xs="http://www.w3.org/2001/XMLSchema" xmlns:p="http://schemas.microsoft.com/office/2006/metadata/properties" xmlns:ns3="65563fb4-fc46-4e5b-b41b-7ea2208cf09c" xmlns:ns4="674443f0-7bc6-4706-8ea9-700cb133728b" targetNamespace="http://schemas.microsoft.com/office/2006/metadata/properties" ma:root="true" ma:fieldsID="9af9084b3490d0815d26178be68e4525" ns3:_="" ns4:_="">
    <xsd:import namespace="65563fb4-fc46-4e5b-b41b-7ea2208cf09c"/>
    <xsd:import namespace="674443f0-7bc6-4706-8ea9-700cb133728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563fb4-fc46-4e5b-b41b-7ea2208cf0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4443f0-7bc6-4706-8ea9-700cb133728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C358DE-9215-4295-A7CF-B85EAF1F81E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85C1BC0-9C54-41E3-8045-9585950A9B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563fb4-fc46-4e5b-b41b-7ea2208cf09c"/>
    <ds:schemaRef ds:uri="674443f0-7bc6-4706-8ea9-700cb13372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22B1A5-68CC-4107-BC08-B7FAB881CA0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TotalTime>
  <Words>1888</Words>
  <Application>Microsoft Office PowerPoint</Application>
  <PresentationFormat>Widescreen</PresentationFormat>
  <Paragraphs>352</Paragraphs>
  <Slides>16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Ohio - Cincinnati Bell - A13 </vt:lpstr>
      <vt:lpstr>CALL DETAIL</vt:lpstr>
      <vt:lpstr>OFFER TABLE</vt:lpstr>
      <vt:lpstr>RAPORT AND OFFER – OHIO CINCINATTI </vt:lpstr>
      <vt:lpstr>SALES DETAIL – OHIO CINCINATTI </vt:lpstr>
      <vt:lpstr>SALES INFO  – OHIO CINCINATTI </vt:lpstr>
      <vt:lpstr>PowerPoint Presentation</vt:lpstr>
      <vt:lpstr>Additional Sale Confirmation - Ohio Cincinatti </vt:lpstr>
      <vt:lpstr>Info Shared- Ohio Cincinatti </vt:lpstr>
      <vt:lpstr>VERIFICATION – OHIO CININATTI</vt:lpstr>
      <vt:lpstr>CALLBACK</vt:lpstr>
      <vt:lpstr>DNC</vt:lpstr>
      <vt:lpstr>NO SALE CLOSE</vt:lpstr>
      <vt:lpstr>TRANSFER</vt:lpstr>
      <vt:lpstr>Answering Machine</vt:lpstr>
      <vt:lpstr>Comments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Ohio - Cincinnati Bell A13</dc:title>
  <dc:creator>Jose Carrera</dc:creator>
  <cp:lastModifiedBy>Jose Carrera</cp:lastModifiedBy>
  <cp:revision>2</cp:revision>
  <dcterms:created xsi:type="dcterms:W3CDTF">2020-01-09T18:19:03Z</dcterms:created>
  <dcterms:modified xsi:type="dcterms:W3CDTF">2020-06-15T17:46:34Z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0x0101002BE273A80E331144852F1250E10D8BEB</vt:lpwstr>
  </property>
</Properties>
</file>